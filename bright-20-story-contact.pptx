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1504950"/>
            <a:ext cx="85725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7250" y="86677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2201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8049" y="5457825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14875" y="9215438"/>
            <a:ext cx="8572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14875" y="10244138"/>
            <a:ext cx="8572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5750" y="16535400"/>
            <a:ext cx="2095351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95750" y="17021175"/>
            <a:ext cx="2095351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5750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576" y="16535400"/>
            <a:ext cx="9525" cy="495300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9162" y="971550"/>
            <a:ext cx="79248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85725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50" y="113347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522" y="5376862"/>
            <a:ext cx="2697956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GET IN TOUCH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905000" y="5986462"/>
            <a:ext cx="14097000" cy="1981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78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Let’s find</a:t>
            </a:r>
          </a:p>
          <a:p>
            <a:pPr algn="ctr">
              <a:lnSpc>
                <a:spcPct val="100000"/>
              </a:lnSpc>
            </a:pPr>
            <a:r>
              <a:rPr sz="78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your place.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238" y="8482012"/>
            <a:ext cx="4190524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(512) 555-0147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9058" y="9510712"/>
            <a:ext cx="6308884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hello@mayaellison.com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9169" y="10539412"/>
            <a:ext cx="4528661" cy="4476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0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mayaellison.com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0" y="16535400"/>
            <a:ext cx="2095351" cy="4953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DM ME ANYTIME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905000" y="17278350"/>
            <a:ext cx="14097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10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