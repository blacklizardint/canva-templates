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724025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976312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87898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32203" y="54864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9315450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14875" y="10344150"/>
            <a:ext cx="8572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12914" y="16011525"/>
            <a:ext cx="3661172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2914" y="16859250"/>
            <a:ext cx="3661172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2914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64561" y="16011525"/>
            <a:ext cx="9525" cy="85725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019" y="1076325"/>
            <a:ext cx="81534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857250"/>
            <a:ext cx="596265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21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1200150"/>
            <a:ext cx="596265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95682" y="5334000"/>
            <a:ext cx="3895487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GET IN TOUCH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6086475"/>
            <a:ext cx="14097000" cy="19812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Let’s find</a:t>
            </a:r>
          </a:p>
          <a:p>
            <a:pPr algn="ctr">
              <a:lnSpc>
                <a:spcPct val="100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your place.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238" y="8582025"/>
            <a:ext cx="419052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(512) 555-0147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89058" y="9610725"/>
            <a:ext cx="6308884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hello@mayaellison.com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79169" y="10639425"/>
            <a:ext cx="4528661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mayaellison.com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2914" y="16011525"/>
            <a:ext cx="3661172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2025" i="0" b="0" spc="44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ME ANYTIME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7154525"/>
            <a:ext cx="14097000" cy="276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313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