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62201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8049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9215438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14875" y="10244138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5750" y="16535400"/>
            <a:ext cx="2095351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95750" y="17021175"/>
            <a:ext cx="2095351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95750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576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522" y="5376862"/>
            <a:ext cx="269795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GET IN TOUCH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5986462"/>
            <a:ext cx="14097000" cy="1981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Let’s find</a:t>
            </a:r>
          </a:p>
          <a:p>
            <a:pPr algn="ctr">
              <a:lnSpc>
                <a:spcPct val="100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your place.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238" y="8482012"/>
            <a:ext cx="419052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(512) 555-0147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9058" y="9510712"/>
            <a:ext cx="630888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hello@mayaellison.com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9169" y="10539412"/>
            <a:ext cx="4528661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mayaellison.com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6535400"/>
            <a:ext cx="2095351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ME ANYTIME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