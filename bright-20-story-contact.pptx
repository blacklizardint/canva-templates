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25862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94239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14875" y="9258300"/>
            <a:ext cx="8572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14875" y="10287000"/>
            <a:ext cx="8572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0159" y="16221075"/>
            <a:ext cx="2986683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0159" y="16935450"/>
            <a:ext cx="2986683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0159" y="16221075"/>
            <a:ext cx="9525" cy="7239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7316" y="16221075"/>
            <a:ext cx="9525" cy="7239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6424" y="5334000"/>
            <a:ext cx="3454003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350" i="0" b="0" spc="486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GET IN TOUCH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6029325"/>
            <a:ext cx="14097000" cy="1981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78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Let’s find</a:t>
            </a:r>
          </a:p>
          <a:p>
            <a:pPr algn="ctr">
              <a:lnSpc>
                <a:spcPct val="100000"/>
              </a:lnSpc>
            </a:pPr>
            <a:r>
              <a:rPr sz="78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your place.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238" y="8524875"/>
            <a:ext cx="4190524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(512) 555-0147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9058" y="9553575"/>
            <a:ext cx="6308884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hello@mayaellison.com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9169" y="10582275"/>
            <a:ext cx="4528661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mayaellison.com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0159" y="16221075"/>
            <a:ext cx="2986683" cy="7239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500" i="0" b="0" spc="39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DM ME ANYTIME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905000" y="17211675"/>
            <a:ext cx="140970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125" i="0" b="0" spc="292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