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CD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60019" y="3481388"/>
            <a:ext cx="2366962" cy="3048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55760" y="3586641"/>
            <a:ext cx="94293" cy="9429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6947" y="3586641"/>
            <a:ext cx="94293" cy="9429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24339" y="5848350"/>
            <a:ext cx="9525" cy="438150"/>
          </a:xfrm>
          <a:prstGeom prst="rect">
            <a:avLst/>
          </a:prstGeom>
          <a:solidFill>
            <a:srgbClr val="CD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CD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067" y="762000"/>
            <a:ext cx="73318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685800"/>
            <a:ext cx="3477101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904875"/>
            <a:ext cx="3477101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1" spc="168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REALTOR® · COASTAL SPECIALIST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4993" y="785812"/>
            <a:ext cx="328541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4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04 · OPEN HOUSE TODAY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4270" y="3576638"/>
            <a:ext cx="2918460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1" spc="247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OPEN HOUSE 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0957" y="4014788"/>
            <a:ext cx="7124938" cy="14573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0000"/>
              </a:lnSpc>
            </a:pPr>
            <a:r>
              <a:rPr sz="127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Today.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5882" y="5662612"/>
            <a:ext cx="4266486" cy="8096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5550" i="0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1—4PM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4864" y="5848350"/>
            <a:ext cx="3352324" cy="285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95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17 Tidewater Lane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14864" y="6172200"/>
            <a:ext cx="3352324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165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SANTA LUCIA, 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6738938"/>
            <a:ext cx="7810500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25" i="1" b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See it before it’s gone. Cold rosé and oysters on the deck, tide permitting.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75" y="9515475"/>
            <a:ext cx="4855607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@MARISOLVANCE · MARISOLVANCE.COM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2402" y="9515475"/>
            <a:ext cx="2169557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SEE YOU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