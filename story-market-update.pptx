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656" dirty="0"/>
          </a:p>
        </p:txBody>
      </p:sp>
      <p:sp>
        <p:nvSpPr>
          <p:cNvPr id="4" name="Text 2"/>
          <p:cNvSpPr/>
          <p:nvPr/>
        </p:nvSpPr>
        <p:spPr>
          <a:xfrm>
            <a:off x="4762500" y="89535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514F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 05 · MARKET UPDATE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876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6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MARKET · MAY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2609850"/>
            <a:ext cx="8763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6900" i="1" spc="-2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Scottsdale,</a:t>
            </a:r>
            <a:endParaRPr lang="en-US" sz="6900" dirty="0"/>
          </a:p>
          <a:p>
            <a:pPr indent="0" marL="0">
              <a:lnSpc>
                <a:spcPct val="97000"/>
              </a:lnSpc>
              <a:buNone/>
            </a:pPr>
            <a:r>
              <a:rPr lang="en-US" sz="6900" b="1" spc="-2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by the numbers.</a:t>
            </a:r>
            <a:endParaRPr lang="en-US" sz="6900" dirty="0"/>
          </a:p>
        </p:txBody>
      </p:sp>
      <p:sp>
        <p:nvSpPr>
          <p:cNvPr id="7" name="Shape 5"/>
          <p:cNvSpPr/>
          <p:nvPr/>
        </p:nvSpPr>
        <p:spPr>
          <a:xfrm>
            <a:off x="762000" y="5029200"/>
            <a:ext cx="8763000" cy="1181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531495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809750" y="5295900"/>
            <a:ext cx="666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SALE PRICE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809750" y="5467350"/>
            <a:ext cx="2476500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$1.42M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286250" y="57150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148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+ 4.2% VS PRIOR MONTH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762000" y="6381750"/>
            <a:ext cx="8763000" cy="1181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666750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809750" y="6648450"/>
            <a:ext cx="666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ON MARKET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1809750" y="6819900"/>
            <a:ext cx="2476500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18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286250" y="706755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148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− 6 DAYS VS PRIOR MONTH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762000" y="7734300"/>
            <a:ext cx="8763000" cy="1181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802005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809750" y="8001000"/>
            <a:ext cx="666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 INVENTORY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809750" y="8172450"/>
            <a:ext cx="2476500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247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4286250" y="84201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148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+ 12 LISTINGS VS PRIOR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762000" y="16535400"/>
            <a:ext cx="8763000" cy="70485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7750" y="16849725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1276350" y="16535400"/>
            <a:ext cx="66675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36" kern="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REPORT — TAP HERE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72500" y="16535400"/>
            <a:ext cx="762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62000" y="175831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514F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62000" y="17583150"/>
            <a:ext cx="876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715000" y="175831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5" spc="264" kern="0" dirty="0">
                <a:solidFill>
                  <a:srgbClr val="514F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ALEXANDRAMONROE.COM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2026-06-02T21:15:35Z</dcterms:created>
  <dcterms:modified xsi:type="dcterms:W3CDTF">2026-06-02T21:15:35Z</dcterms:modified>
</cp:coreProperties>
</file>