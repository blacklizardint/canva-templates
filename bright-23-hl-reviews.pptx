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714750" y="3228975"/>
            <a:ext cx="2857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14750" y="6076950"/>
            <a:ext cx="2857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714750" y="3228975"/>
            <a:ext cx="9525" cy="28575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62725" y="3228975"/>
            <a:ext cx="9525" cy="28575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05375" y="7048500"/>
            <a:ext cx="476250" cy="9525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3824" y="6562725"/>
            <a:ext cx="2747962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693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REVIEWS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