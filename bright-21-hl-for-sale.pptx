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ight-21-hl-for-s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