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0287000" cy="10287000"/>
  <p:notesSz cx="10287000" cy="10287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5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6750" y="666750"/>
            <a:ext cx="342900" cy="342900"/>
          </a:xfrm>
          <a:prstGeom prst="rect">
            <a:avLst/>
          </a:prstGeom>
          <a:ln w="6350">
            <a:solidFill>
              <a:srgbClr val="0A0A0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66750" y="666750"/>
            <a:ext cx="3429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42" i="1" dirty="0">
                <a:solidFill>
                  <a:srgbClr val="0A0A0A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AM</a:t>
            </a:r>
            <a:endParaRPr lang="en-US" sz="1242" dirty="0"/>
          </a:p>
        </p:txBody>
      </p:sp>
      <p:sp>
        <p:nvSpPr>
          <p:cNvPr id="4" name="Text 2"/>
          <p:cNvSpPr/>
          <p:nvPr/>
        </p:nvSpPr>
        <p:spPr>
          <a:xfrm>
            <a:off x="1143000" y="666750"/>
            <a:ext cx="4000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i="1" dirty="0">
                <a:solidFill>
                  <a:srgbClr val="0A0A0A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Alexandra Monroe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1143000" y="904875"/>
            <a:ext cx="47625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00" spc="168" kern="0" dirty="0">
                <a:solidFill>
                  <a:srgbClr val="5C5B5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REALTOR® | LUXURY SPECIALIST</a:t>
            </a:r>
            <a:endParaRPr lang="en-US" sz="600" dirty="0"/>
          </a:p>
        </p:txBody>
      </p:sp>
      <p:sp>
        <p:nvSpPr>
          <p:cNvPr id="6" name="Text 4"/>
          <p:cNvSpPr/>
          <p:nvPr/>
        </p:nvSpPr>
        <p:spPr>
          <a:xfrm>
            <a:off x="5048250" y="762000"/>
            <a:ext cx="45720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spc="240" kern="0" dirty="0">
                <a:solidFill>
                  <a:srgbClr val="C9A84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07 · ABOUT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666750" y="1238250"/>
            <a:ext cx="8953500" cy="0"/>
          </a:xfrm>
          <a:prstGeom prst="line">
            <a:avLst/>
          </a:prstGeom>
          <a:noFill/>
          <a:ln w="6350">
            <a:solidFill>
              <a:srgbClr val="CFCBC4"/>
            </a:solidFill>
            <a:prstDash val="solid"/>
          </a:ln>
        </p:spPr>
      </p:sp>
      <p:pic>
        <p:nvPicPr>
          <p:cNvPr id="8" name="Image 0" descr="Headshot photo placeholder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6750" y="1638300"/>
            <a:ext cx="2857500" cy="2857500"/>
          </a:xfrm>
          <a:prstGeom prst="ellipse">
            <a:avLst/>
          </a:prstGeom>
        </p:spPr>
      </p:pic>
      <p:sp>
        <p:nvSpPr>
          <p:cNvPr id="9" name="Shape 6"/>
          <p:cNvSpPr/>
          <p:nvPr/>
        </p:nvSpPr>
        <p:spPr>
          <a:xfrm>
            <a:off x="666750" y="1638300"/>
            <a:ext cx="2857500" cy="2857500"/>
          </a:xfrm>
          <a:prstGeom prst="ellipse">
            <a:avLst/>
          </a:prstGeom>
          <a:ln w="9525">
            <a:solidFill>
              <a:srgbClr val="8A7D63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3943350" y="1638300"/>
            <a:ext cx="56769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25" spc="264" kern="0" dirty="0">
                <a:solidFill>
                  <a:srgbClr val="C9A84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MEET YOUR REALTOR</a:t>
            </a:r>
            <a:endParaRPr lang="en-US" sz="825" dirty="0"/>
          </a:p>
        </p:txBody>
      </p:sp>
      <p:sp>
        <p:nvSpPr>
          <p:cNvPr id="11" name="Text 8"/>
          <p:cNvSpPr/>
          <p:nvPr/>
        </p:nvSpPr>
        <p:spPr>
          <a:xfrm>
            <a:off x="3943350" y="1828800"/>
            <a:ext cx="85725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en-US" sz="5100" i="1" dirty="0">
                <a:solidFill>
                  <a:srgbClr val="0A0A0A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Alexandra Monroe</a:t>
            </a:r>
            <a:endParaRPr lang="en-US" sz="5100" dirty="0"/>
          </a:p>
        </p:txBody>
      </p:sp>
      <p:sp>
        <p:nvSpPr>
          <p:cNvPr id="12" name="Text 9"/>
          <p:cNvSpPr/>
          <p:nvPr/>
        </p:nvSpPr>
        <p:spPr>
          <a:xfrm>
            <a:off x="3943350" y="2647950"/>
            <a:ext cx="56769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25" spc="231" kern="0" dirty="0">
                <a:solidFill>
                  <a:srgbClr val="8A7D6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REALTOR® | LUXURY SPECIALIST</a:t>
            </a:r>
            <a:endParaRPr lang="en-US" sz="825" dirty="0"/>
          </a:p>
        </p:txBody>
      </p:sp>
      <p:sp>
        <p:nvSpPr>
          <p:cNvPr id="13" name="Text 10"/>
          <p:cNvSpPr/>
          <p:nvPr/>
        </p:nvSpPr>
        <p:spPr>
          <a:xfrm>
            <a:off x="666750" y="4876800"/>
            <a:ext cx="85725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25" dirty="0">
                <a:solidFill>
                  <a:srgbClr val="1A1A1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I help discerning buyers and sellers move with intention in Scottsdale's luxury market. Eight years in. Hundreds of doors opened. One quiet rule — represent every client the way I'd want my own family represented.</a:t>
            </a:r>
            <a:endParaRPr lang="en-US" sz="1125" dirty="0"/>
          </a:p>
        </p:txBody>
      </p:sp>
      <p:sp>
        <p:nvSpPr>
          <p:cNvPr id="14" name="Shape 11"/>
          <p:cNvSpPr/>
          <p:nvPr/>
        </p:nvSpPr>
        <p:spPr>
          <a:xfrm>
            <a:off x="666750" y="8020050"/>
            <a:ext cx="8953500" cy="0"/>
          </a:xfrm>
          <a:prstGeom prst="line">
            <a:avLst/>
          </a:prstGeom>
          <a:noFill/>
          <a:ln w="6350">
            <a:solidFill>
              <a:srgbClr val="DAD3C7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666750" y="8686800"/>
            <a:ext cx="8953500" cy="0"/>
          </a:xfrm>
          <a:prstGeom prst="line">
            <a:avLst/>
          </a:prstGeom>
          <a:noFill/>
          <a:ln w="6350">
            <a:solidFill>
              <a:srgbClr val="DAD3C7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66750" y="8210550"/>
            <a:ext cx="285750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75" spc="189" kern="0" dirty="0">
                <a:solidFill>
                  <a:srgbClr val="C9A84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PHONE</a:t>
            </a:r>
            <a:endParaRPr lang="en-US" sz="675" dirty="0"/>
          </a:p>
        </p:txBody>
      </p:sp>
      <p:sp>
        <p:nvSpPr>
          <p:cNvPr id="17" name="Text 14"/>
          <p:cNvSpPr/>
          <p:nvPr/>
        </p:nvSpPr>
        <p:spPr>
          <a:xfrm>
            <a:off x="666750" y="8362950"/>
            <a:ext cx="2857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75" dirty="0">
                <a:solidFill>
                  <a:srgbClr val="0A0A0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(480) 555-0182</a:t>
            </a:r>
            <a:endParaRPr lang="en-US" sz="975" dirty="0"/>
          </a:p>
        </p:txBody>
      </p:sp>
      <p:sp>
        <p:nvSpPr>
          <p:cNvPr id="18" name="Text 15"/>
          <p:cNvSpPr/>
          <p:nvPr/>
        </p:nvSpPr>
        <p:spPr>
          <a:xfrm>
            <a:off x="3686175" y="8210550"/>
            <a:ext cx="285750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75" spc="189" kern="0" dirty="0">
                <a:solidFill>
                  <a:srgbClr val="C9A84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EMAIL</a:t>
            </a:r>
            <a:endParaRPr lang="en-US" sz="675" dirty="0"/>
          </a:p>
        </p:txBody>
      </p:sp>
      <p:sp>
        <p:nvSpPr>
          <p:cNvPr id="19" name="Text 16"/>
          <p:cNvSpPr/>
          <p:nvPr/>
        </p:nvSpPr>
        <p:spPr>
          <a:xfrm>
            <a:off x="3686175" y="8362950"/>
            <a:ext cx="2857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75" dirty="0">
                <a:solidFill>
                  <a:srgbClr val="0A0A0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hello@alexandramonroe.com</a:t>
            </a:r>
            <a:endParaRPr lang="en-US" sz="975" dirty="0"/>
          </a:p>
        </p:txBody>
      </p:sp>
      <p:sp>
        <p:nvSpPr>
          <p:cNvPr id="20" name="Text 17"/>
          <p:cNvSpPr/>
          <p:nvPr/>
        </p:nvSpPr>
        <p:spPr>
          <a:xfrm>
            <a:off x="6705600" y="8210550"/>
            <a:ext cx="285750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75" spc="189" kern="0" dirty="0">
                <a:solidFill>
                  <a:srgbClr val="C9A84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WEB</a:t>
            </a:r>
            <a:endParaRPr lang="en-US" sz="675" dirty="0"/>
          </a:p>
        </p:txBody>
      </p:sp>
      <p:sp>
        <p:nvSpPr>
          <p:cNvPr id="21" name="Text 18"/>
          <p:cNvSpPr/>
          <p:nvPr/>
        </p:nvSpPr>
        <p:spPr>
          <a:xfrm>
            <a:off x="6705600" y="8362950"/>
            <a:ext cx="2857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75" dirty="0">
                <a:solidFill>
                  <a:srgbClr val="0A0A0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alexandramonroe.com</a:t>
            </a:r>
            <a:endParaRPr lang="en-US" sz="975" dirty="0"/>
          </a:p>
        </p:txBody>
      </p:sp>
      <p:sp>
        <p:nvSpPr>
          <p:cNvPr id="22" name="Shape 19"/>
          <p:cNvSpPr/>
          <p:nvPr/>
        </p:nvSpPr>
        <p:spPr>
          <a:xfrm>
            <a:off x="666750" y="9296400"/>
            <a:ext cx="8953500" cy="0"/>
          </a:xfrm>
          <a:prstGeom prst="line">
            <a:avLst/>
          </a:prstGeom>
          <a:noFill/>
          <a:ln w="6350">
            <a:solidFill>
              <a:srgbClr val="CFCBC4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666750" y="9534525"/>
            <a:ext cx="66675" cy="66675"/>
          </a:xfrm>
          <a:prstGeom prst="diamond">
            <a:avLst/>
          </a:prstGeom>
          <a:solidFill>
            <a:srgbClr val="C9A84C"/>
          </a:solidFill>
          <a:ln/>
        </p:spPr>
      </p:sp>
      <p:sp>
        <p:nvSpPr>
          <p:cNvPr id="24" name="Text 21"/>
          <p:cNvSpPr/>
          <p:nvPr/>
        </p:nvSpPr>
        <p:spPr>
          <a:xfrm>
            <a:off x="857250" y="9486900"/>
            <a:ext cx="60960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210" kern="0" dirty="0">
                <a:solidFill>
                  <a:srgbClr val="45444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@ALEXANDRAMONROE · ALEXANDRAMONROE.COM</a:t>
            </a:r>
            <a:endParaRPr lang="en-US" sz="750" dirty="0"/>
          </a:p>
        </p:txBody>
      </p:sp>
      <p:sp>
        <p:nvSpPr>
          <p:cNvPr id="25" name="Text 22"/>
          <p:cNvSpPr/>
          <p:nvPr/>
        </p:nvSpPr>
        <p:spPr>
          <a:xfrm>
            <a:off x="5048250" y="9486900"/>
            <a:ext cx="45720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spc="210" kern="0" dirty="0">
                <a:solidFill>
                  <a:srgbClr val="C9A84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BOOK A COFFEE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2026-06-02T20:59:01Z</dcterms:created>
  <dcterms:modified xsi:type="dcterms:W3CDTF">2026-06-02T20:59:01Z</dcterms:modified>
</cp:coreProperties>
</file>