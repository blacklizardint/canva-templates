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6750" y="666750"/>
            <a:ext cx="342900" cy="342900"/>
          </a:xfrm>
          <a:prstGeom prst="rect">
            <a:avLst/>
          </a:prstGeom>
          <a:ln w="635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6750" y="66675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2" i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</a:t>
            </a:r>
            <a:endParaRPr lang="en-US" sz="1242" dirty="0"/>
          </a:p>
        </p:txBody>
      </p:sp>
      <p:sp>
        <p:nvSpPr>
          <p:cNvPr id="4" name="Text 2"/>
          <p:cNvSpPr/>
          <p:nvPr/>
        </p:nvSpPr>
        <p:spPr>
          <a:xfrm>
            <a:off x="1143000" y="666750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Alexandra Monroe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43000" y="904875"/>
            <a:ext cx="476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168" kern="0" dirty="0">
                <a:solidFill>
                  <a:srgbClr val="5C5B5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REALTOR® | LUXURY SPECIALIST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5048250" y="762000"/>
            <a:ext cx="457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40" kern="0" dirty="0">
                <a:solidFill>
                  <a:srgbClr val="C9A84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 · ABOUT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66750" y="1238250"/>
            <a:ext cx="8953500" cy="0"/>
          </a:xfrm>
          <a:prstGeom prst="line">
            <a:avLst/>
          </a:prstGeom>
          <a:noFill/>
          <a:ln w="6350">
            <a:solidFill>
              <a:srgbClr val="CFCBC4"/>
            </a:solidFill>
            <a:prstDash val="solid"/>
          </a:ln>
        </p:spPr>
      </p:sp>
      <p:pic>
        <p:nvPicPr>
          <p:cNvPr id="8" name="Image 0" descr="Headshot photo 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638300"/>
            <a:ext cx="2857500" cy="2857500"/>
          </a:xfrm>
          <a:prstGeom prst="ellipse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66750" y="1638300"/>
            <a:ext cx="2857500" cy="2857500"/>
          </a:xfrm>
          <a:prstGeom prst="ellipse">
            <a:avLst/>
          </a:prstGeom>
          <a:ln w="9525">
            <a:solidFill>
              <a:srgbClr val="8A7D6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943350" y="1638300"/>
            <a:ext cx="5676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spc="264" kern="0" dirty="0">
                <a:solidFill>
                  <a:srgbClr val="C9A84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MEET YOUR REALTOR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3943350" y="1828800"/>
            <a:ext cx="85725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100" i="1" dirty="0">
                <a:solidFill>
                  <a:srgbClr val="0A0A0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Alexandra Monroe</a:t>
            </a:r>
            <a:endParaRPr lang="en-US" sz="5100" dirty="0"/>
          </a:p>
        </p:txBody>
      </p:sp>
      <p:sp>
        <p:nvSpPr>
          <p:cNvPr id="12" name="Text 9"/>
          <p:cNvSpPr/>
          <p:nvPr/>
        </p:nvSpPr>
        <p:spPr>
          <a:xfrm>
            <a:off x="3943350" y="2647950"/>
            <a:ext cx="5676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spc="231" kern="0" dirty="0">
                <a:solidFill>
                  <a:srgbClr val="8A7D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REALTOR® | LUXURY SPECIALIST</a:t>
            </a:r>
            <a:endParaRPr lang="en-US" sz="825" dirty="0"/>
          </a:p>
        </p:txBody>
      </p:sp>
      <p:sp>
        <p:nvSpPr>
          <p:cNvPr id="13" name="Text 10"/>
          <p:cNvSpPr/>
          <p:nvPr/>
        </p:nvSpPr>
        <p:spPr>
          <a:xfrm>
            <a:off x="666750" y="48768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 help discerning buyers and sellers move with intention in Scottsdale's luxury market. Eight years in. Hundreds of doors opened. One quiet rule — represent every client the way I'd want my own family represented.</a:t>
            </a:r>
            <a:endParaRPr lang="en-US" sz="1125" dirty="0"/>
          </a:p>
        </p:txBody>
      </p:sp>
      <p:sp>
        <p:nvSpPr>
          <p:cNvPr id="14" name="Shape 11"/>
          <p:cNvSpPr/>
          <p:nvPr/>
        </p:nvSpPr>
        <p:spPr>
          <a:xfrm>
            <a:off x="666750" y="8020050"/>
            <a:ext cx="8953500" cy="0"/>
          </a:xfrm>
          <a:prstGeom prst="line">
            <a:avLst/>
          </a:prstGeom>
          <a:noFill/>
          <a:ln w="6350">
            <a:solidFill>
              <a:srgbClr val="DAD3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66750" y="8686800"/>
            <a:ext cx="8953500" cy="0"/>
          </a:xfrm>
          <a:prstGeom prst="line">
            <a:avLst/>
          </a:prstGeom>
          <a:noFill/>
          <a:ln w="6350">
            <a:solidFill>
              <a:srgbClr val="DAD3C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6750" y="8210550"/>
            <a:ext cx="2857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89" kern="0" dirty="0">
                <a:solidFill>
                  <a:srgbClr val="C9A84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675" dirty="0"/>
          </a:p>
        </p:txBody>
      </p:sp>
      <p:sp>
        <p:nvSpPr>
          <p:cNvPr id="17" name="Text 14"/>
          <p:cNvSpPr/>
          <p:nvPr/>
        </p:nvSpPr>
        <p:spPr>
          <a:xfrm>
            <a:off x="666750" y="836295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0A0A0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(480) 555-0182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3686175" y="8210550"/>
            <a:ext cx="2857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89" kern="0" dirty="0">
                <a:solidFill>
                  <a:srgbClr val="C9A84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</a:t>
            </a:r>
            <a:endParaRPr lang="en-US" sz="675" dirty="0"/>
          </a:p>
        </p:txBody>
      </p:sp>
      <p:sp>
        <p:nvSpPr>
          <p:cNvPr id="19" name="Text 16"/>
          <p:cNvSpPr/>
          <p:nvPr/>
        </p:nvSpPr>
        <p:spPr>
          <a:xfrm>
            <a:off x="3686175" y="836295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0A0A0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hello@alexandramonroe.com</a:t>
            </a:r>
            <a:endParaRPr lang="en-US" sz="975" dirty="0"/>
          </a:p>
        </p:txBody>
      </p:sp>
      <p:sp>
        <p:nvSpPr>
          <p:cNvPr id="20" name="Text 17"/>
          <p:cNvSpPr/>
          <p:nvPr/>
        </p:nvSpPr>
        <p:spPr>
          <a:xfrm>
            <a:off x="6705600" y="8210550"/>
            <a:ext cx="2857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89" kern="0" dirty="0">
                <a:solidFill>
                  <a:srgbClr val="C9A84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</a:t>
            </a:r>
            <a:endParaRPr lang="en-US" sz="675" dirty="0"/>
          </a:p>
        </p:txBody>
      </p:sp>
      <p:sp>
        <p:nvSpPr>
          <p:cNvPr id="21" name="Text 18"/>
          <p:cNvSpPr/>
          <p:nvPr/>
        </p:nvSpPr>
        <p:spPr>
          <a:xfrm>
            <a:off x="6705600" y="836295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0A0A0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alexandramonroe.com</a:t>
            </a:r>
            <a:endParaRPr lang="en-US" sz="975" dirty="0"/>
          </a:p>
        </p:txBody>
      </p:sp>
      <p:sp>
        <p:nvSpPr>
          <p:cNvPr id="22" name="Shape 19"/>
          <p:cNvSpPr/>
          <p:nvPr/>
        </p:nvSpPr>
        <p:spPr>
          <a:xfrm>
            <a:off x="666750" y="9296400"/>
            <a:ext cx="8953500" cy="0"/>
          </a:xfrm>
          <a:prstGeom prst="line">
            <a:avLst/>
          </a:prstGeom>
          <a:noFill/>
          <a:ln w="6350">
            <a:solidFill>
              <a:srgbClr val="CFCB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6750" y="9534525"/>
            <a:ext cx="66675" cy="66675"/>
          </a:xfrm>
          <a:prstGeom prst="diamond">
            <a:avLst/>
          </a:prstGeom>
          <a:solidFill>
            <a:srgbClr val="C9A84C"/>
          </a:solidFill>
          <a:ln/>
        </p:spPr>
      </p:sp>
      <p:sp>
        <p:nvSpPr>
          <p:cNvPr id="24" name="Text 21"/>
          <p:cNvSpPr/>
          <p:nvPr/>
        </p:nvSpPr>
        <p:spPr>
          <a:xfrm>
            <a:off x="857250" y="9486900"/>
            <a:ext cx="5334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10" kern="0" dirty="0">
                <a:solidFill>
                  <a:srgbClr val="4543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@ALEXANDRAMONROE · ALEXANDRAMONROE.COM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48250" y="9486900"/>
            <a:ext cx="457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10" kern="0" dirty="0">
                <a:solidFill>
                  <a:srgbClr val="C9A84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A COFFEE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2026-06-02T19:59:28Z</dcterms:created>
  <dcterms:modified xsi:type="dcterms:W3CDTF">2026-06-02T19:59:28Z</dcterms:modified>
</cp:coreProperties>
</file>