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" y="666750"/>
            <a:ext cx="342900" cy="342900"/>
          </a:xfrm>
          <a:prstGeom prst="rect">
            <a:avLst/>
          </a:prstGeom>
          <a:ln w="6350">
            <a:solidFill>
              <a:srgbClr val="F5F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6750" y="66675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2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1242" dirty="0"/>
          </a:p>
        </p:txBody>
      </p:sp>
      <p:sp>
        <p:nvSpPr>
          <p:cNvPr id="4" name="Text 2"/>
          <p:cNvSpPr/>
          <p:nvPr/>
        </p:nvSpPr>
        <p:spPr>
          <a:xfrm>
            <a:off x="1143000" y="666750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904875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168" kern="0" dirty="0">
                <a:solidFill>
                  <a:srgbClr val="A3A0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REALTOR® | LUXURY SPECIALIST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048250" y="7620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4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· TEASER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66750" y="1238250"/>
            <a:ext cx="8953500" cy="0"/>
          </a:xfrm>
          <a:prstGeom prst="line">
            <a:avLst/>
          </a:prstGeom>
          <a:noFill/>
          <a:ln w="6350">
            <a:solidFill>
              <a:srgbClr val="302F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6750" y="1428750"/>
            <a:ext cx="895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spc="33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COMING SOON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66750" y="1657350"/>
            <a:ext cx="895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0" i="1" spc="-200" kern="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Something</a:t>
            </a:r>
            <a:endParaRPr lang="en-US" sz="9300" dirty="0"/>
          </a:p>
        </p:txBody>
      </p:sp>
      <p:sp>
        <p:nvSpPr>
          <p:cNvPr id="10" name="Text 8"/>
          <p:cNvSpPr/>
          <p:nvPr/>
        </p:nvSpPr>
        <p:spPr>
          <a:xfrm>
            <a:off x="666750" y="2762250"/>
            <a:ext cx="895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0" b="1" spc="-200" kern="0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special</a:t>
            </a:r>
            <a:endParaRPr lang="en-US" sz="9300" dirty="0"/>
          </a:p>
        </p:txBody>
      </p:sp>
      <p:sp>
        <p:nvSpPr>
          <p:cNvPr id="11" name="Text 9"/>
          <p:cNvSpPr/>
          <p:nvPr/>
        </p:nvSpPr>
        <p:spPr>
          <a:xfrm>
            <a:off x="666750" y="3867150"/>
            <a:ext cx="895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0" i="1" spc="-200" kern="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 on the way.</a:t>
            </a:r>
            <a:endParaRPr lang="en-US" sz="9300" dirty="0"/>
          </a:p>
        </p:txBody>
      </p:sp>
      <p:sp>
        <p:nvSpPr>
          <p:cNvPr id="12" name="Shape 10"/>
          <p:cNvSpPr/>
          <p:nvPr/>
        </p:nvSpPr>
        <p:spPr>
          <a:xfrm>
            <a:off x="666750" y="7848600"/>
            <a:ext cx="8953500" cy="0"/>
          </a:xfrm>
          <a:prstGeom prst="line">
            <a:avLst/>
          </a:prstGeom>
          <a:noFill/>
          <a:ln w="6350">
            <a:solidFill>
              <a:srgbClr val="3433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750" y="8077200"/>
            <a:ext cx="2905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b="1" spc="189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HITTING THE MARKET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666750" y="8248650"/>
            <a:ext cx="290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June 14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686175" y="8077200"/>
            <a:ext cx="2905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b="1" spc="189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NEIGHBORHOOD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3686175" y="8248650"/>
            <a:ext cx="290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Silverleaf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705600" y="8077200"/>
            <a:ext cx="2905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b="1" spc="189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6705600" y="8248650"/>
            <a:ext cx="290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$1.25M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666750" y="9296400"/>
            <a:ext cx="8953500" cy="0"/>
          </a:xfrm>
          <a:prstGeom prst="line">
            <a:avLst/>
          </a:prstGeom>
          <a:noFill/>
          <a:ln w="6350">
            <a:solidFill>
              <a:srgbClr val="302F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750" y="9534525"/>
            <a:ext cx="66675" cy="66675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857250" y="9486900"/>
            <a:ext cx="609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10" kern="0" dirty="0">
                <a:solidFill>
                  <a:srgbClr val="BAB7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@ALEXANDRAMONROE · ALEXANDRAMONROE.COM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48250" y="94869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1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DM FOR EARLY ACCESS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2026-06-02T20:59:01Z</dcterms:created>
  <dcterms:modified xsi:type="dcterms:W3CDTF">2026-06-02T20:59:01Z</dcterms:modified>
</cp:coreProperties>
</file>