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457200" cy="457200"/>
          </a:xfrm>
          <a:prstGeom prst="rect">
            <a:avLst/>
          </a:prstGeom>
          <a:ln w="635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2000" y="76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6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</a:t>
            </a:r>
            <a:endParaRPr lang="en-US" sz="1656" dirty="0"/>
          </a:p>
        </p:txBody>
      </p:sp>
      <p:sp>
        <p:nvSpPr>
          <p:cNvPr id="4" name="Text 2"/>
          <p:cNvSpPr/>
          <p:nvPr/>
        </p:nvSpPr>
        <p:spPr>
          <a:xfrm>
            <a:off x="4762500" y="89535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40" kern="0" dirty="0">
                <a:solidFill>
                  <a:srgbClr val="514F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STORY 06 · ABOUT ME</a:t>
            </a:r>
            <a:endParaRPr lang="en-US" sz="750" dirty="0"/>
          </a:p>
        </p:txBody>
      </p:sp>
      <p:pic>
        <p:nvPicPr>
          <p:cNvPr id="5" name="Image 0" descr="Headshot photo placeh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2190750"/>
            <a:ext cx="3429000" cy="342900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29000" y="2190750"/>
            <a:ext cx="3429000" cy="3429000"/>
          </a:xfrm>
          <a:prstGeom prst="ellipse">
            <a:avLst/>
          </a:prstGeom>
          <a:ln w="9525">
            <a:solidFill>
              <a:srgbClr val="8A7D6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2000" y="6019800"/>
            <a:ext cx="876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spc="264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MEET YOUR REALTOR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762000" y="6248400"/>
            <a:ext cx="876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762000" y="7067550"/>
            <a:ext cx="876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288" kern="0" dirty="0">
                <a:solidFill>
                  <a:srgbClr val="8A7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REALTOR® | LUXURY SPECIALIST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62000" y="7810500"/>
            <a:ext cx="47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8250" y="7810500"/>
            <a:ext cx="8286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25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Eight years </a:t>
            </a:r>
            <a:pPr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selling in Scottsdale's $1M+ tier.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762000" y="8401050"/>
            <a:ext cx="8763000" cy="0"/>
          </a:xfrm>
          <a:prstGeom prst="line">
            <a:avLst/>
          </a:prstGeom>
          <a:noFill/>
          <a:ln w="6350">
            <a:solidFill>
              <a:srgbClr val="D5CE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2000" y="8686800"/>
            <a:ext cx="47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38250" y="8686800"/>
            <a:ext cx="8286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25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Top 2% </a:t>
            </a:r>
            <a:pPr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of agents in the Valley by volume.</a:t>
            </a:r>
            <a:endParaRPr lang="en-US" sz="1425" dirty="0"/>
          </a:p>
        </p:txBody>
      </p:sp>
      <p:sp>
        <p:nvSpPr>
          <p:cNvPr id="15" name="Shape 12"/>
          <p:cNvSpPr/>
          <p:nvPr/>
        </p:nvSpPr>
        <p:spPr>
          <a:xfrm>
            <a:off x="762000" y="9277350"/>
            <a:ext cx="8763000" cy="0"/>
          </a:xfrm>
          <a:prstGeom prst="line">
            <a:avLst/>
          </a:prstGeom>
          <a:noFill/>
          <a:ln w="6350">
            <a:solidFill>
              <a:srgbClr val="D5CE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2000" y="9563100"/>
            <a:ext cx="47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38250" y="9563100"/>
            <a:ext cx="8286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25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Mom of two </a:t>
            </a:r>
            <a:pPr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and a very enthusiastic golden.</a:t>
            </a:r>
            <a:endParaRPr lang="en-US" sz="1425" dirty="0"/>
          </a:p>
        </p:txBody>
      </p:sp>
      <p:sp>
        <p:nvSpPr>
          <p:cNvPr id="18" name="Shape 15"/>
          <p:cNvSpPr/>
          <p:nvPr/>
        </p:nvSpPr>
        <p:spPr>
          <a:xfrm>
            <a:off x="762000" y="10153650"/>
            <a:ext cx="8763000" cy="0"/>
          </a:xfrm>
          <a:prstGeom prst="line">
            <a:avLst/>
          </a:prstGeom>
          <a:noFill/>
          <a:ln w="6350">
            <a:solidFill>
              <a:srgbClr val="D5CEC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2000" y="16535400"/>
            <a:ext cx="8763000" cy="70485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20" name="Shape 17"/>
          <p:cNvSpPr/>
          <p:nvPr/>
        </p:nvSpPr>
        <p:spPr>
          <a:xfrm>
            <a:off x="1047750" y="16849725"/>
            <a:ext cx="76200" cy="76200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21" name="Text 18"/>
          <p:cNvSpPr/>
          <p:nvPr/>
        </p:nvSpPr>
        <p:spPr>
          <a:xfrm>
            <a:off x="1276350" y="16535400"/>
            <a:ext cx="66675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36" kern="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FOLLOW FOR MORE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572500" y="16535400"/>
            <a:ext cx="7620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762000" y="1758315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spc="264" kern="0" dirty="0">
                <a:solidFill>
                  <a:srgbClr val="514F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@ALEXANDRAMONROE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762000" y="17583150"/>
            <a:ext cx="876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5715000" y="1758315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5" spc="264" kern="0" dirty="0">
                <a:solidFill>
                  <a:srgbClr val="514F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ALEXANDRAMONROE.COM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2026-06-02T21:15:35Z</dcterms:created>
  <dcterms:modified xsi:type="dcterms:W3CDTF">2026-06-02T21:15:35Z</dcterms:modified>
</cp:coreProperties>
</file>