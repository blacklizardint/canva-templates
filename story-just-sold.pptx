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02 · JUST SOLD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19500" y="4972050"/>
            <a:ext cx="5715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86250" y="489585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6000" y="4972050"/>
            <a:ext cx="5715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5295900"/>
            <a:ext cx="8763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0" b="1" spc="-6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SOLD</a:t>
            </a:r>
            <a:endParaRPr lang="en-US" sz="21000" dirty="0"/>
          </a:p>
        </p:txBody>
      </p:sp>
      <p:sp>
        <p:nvSpPr>
          <p:cNvPr id="9" name="Text 7"/>
          <p:cNvSpPr/>
          <p:nvPr/>
        </p:nvSpPr>
        <p:spPr>
          <a:xfrm>
            <a:off x="762000" y="80010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Above asking. Closed in 11 days.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714500" y="8667750"/>
            <a:ext cx="685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C6C2B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Congratulations to the new owners of </a:t>
            </a:r>
            <a:pPr algn="ctr" indent="0" marL="0">
              <a:lnSpc>
                <a:spcPct val="150000"/>
              </a:lnSpc>
              <a:buNone/>
            </a:pPr>
            <a:r>
              <a:rPr lang="en-US" sz="1275" i="1" dirty="0">
                <a:solidFill>
                  <a:srgbClr val="C6C2B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pPr algn="ctr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C6C2B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62000" y="962025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LISTED &amp; CLOSED BY </a:t>
            </a:r>
            <a:pPr algn="ctr" indent="0" marL="0">
              <a:buNone/>
            </a:pPr>
            <a:r>
              <a:rPr lang="en-US" sz="10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THINKING OF SELLING?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