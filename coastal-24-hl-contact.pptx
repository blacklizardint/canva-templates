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10608" y="6157912"/>
            <a:ext cx="4326255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4-hl-contac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