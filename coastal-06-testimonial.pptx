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99892" y="6397228"/>
            <a:ext cx="4762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10709" y="6397228"/>
            <a:ext cx="4762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424" y="785812"/>
            <a:ext cx="249912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06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3824288"/>
            <a:ext cx="22098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00" i="0" b="0" spc="45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00538"/>
            <a:ext cx="8001000" cy="1600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</a:pPr>
            <a:r>
              <a:rPr sz="30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read the market perfectly and negotiated like it was her own home. Listed Friday, three offers by Monday.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9592" y="6243638"/>
            <a:ext cx="2287667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Jenna &amp; Cole 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9592" y="6443662"/>
            <a:ext cx="2287667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LUCIA, 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2716" y="9515475"/>
            <a:ext cx="234505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MORE REVIEWS 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