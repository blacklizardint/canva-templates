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39000"/>
            <a:ext cx="11430000" cy="9525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5715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191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5715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4425" y="5715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3992" y="6953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1223" y="666750"/>
            <a:ext cx="308824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01 / 03 — THE 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9340304"/>
            <a:ext cx="165354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THE COMPLETE COASTAL BRANDING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9549854"/>
            <a:ext cx="1661160" cy="590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4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9915525"/>
            <a:ext cx="7789545" cy="1790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12750" i="0" b="0" spc="-255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Coastal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1544300"/>
            <a:ext cx="1653540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75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13315950"/>
            <a:ext cx="5069919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VOLUME 01 · BRAND &amp; MARKETING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9456" y="13315950"/>
            <a:ext cx="2851071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  <p:pic>
        <p:nvPicPr>
          <p:cNvPr id="16" name="Picture 15" descr="coastal-38-bundle-cover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428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