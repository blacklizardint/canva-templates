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192500" cy="20955000"/>
  <p:notesSz cx="20955000" cy="16192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23900"/>
            <a:ext cx="495300" cy="4953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2500" y="72390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4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794" dirty="0"/>
          </a:p>
        </p:txBody>
      </p:sp>
      <p:sp>
        <p:nvSpPr>
          <p:cNvPr id="4" name="Shape 2"/>
          <p:cNvSpPr/>
          <p:nvPr/>
        </p:nvSpPr>
        <p:spPr>
          <a:xfrm>
            <a:off x="1619250" y="781050"/>
            <a:ext cx="0" cy="381000"/>
          </a:xfrm>
          <a:prstGeom prst="line">
            <a:avLst/>
          </a:prstGeom>
          <a:noFill/>
          <a:ln w="6350">
            <a:solidFill>
              <a:srgbClr val="8A7D63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09750" y="8191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25000" y="83820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spc="33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PROPERTY FEATURE SHEET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952500" y="1428750"/>
            <a:ext cx="14287500" cy="0"/>
          </a:xfrm>
          <a:prstGeom prst="line">
            <a:avLst/>
          </a:prstGeom>
          <a:noFill/>
          <a:ln w="6350">
            <a:solidFill>
              <a:srgbClr val="C0B7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1847850"/>
            <a:ext cx="1428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 LISTED · SCOTTSDALE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952500" y="20764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0" i="1" spc="-2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428 Ridgemont Drive</a:t>
            </a:r>
            <a:endParaRPr lang="en-US" sz="8100" dirty="0"/>
          </a:p>
        </p:txBody>
      </p:sp>
      <p:sp>
        <p:nvSpPr>
          <p:cNvPr id="10" name="Text 8"/>
          <p:cNvSpPr/>
          <p:nvPr/>
        </p:nvSpPr>
        <p:spPr>
          <a:xfrm>
            <a:off x="952500" y="34290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900" b="1" spc="-100" kern="0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$1,250,000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5334000" y="36004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BD · 3.5 BA · 3,820 SF · 0.38 ac</a:t>
            </a:r>
            <a:endParaRPr lang="en-US" sz="1350" dirty="0"/>
          </a:p>
        </p:txBody>
      </p:sp>
      <p:pic>
        <p:nvPicPr>
          <p:cNvPr id="12" name="Image 0" descr="Exteri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4286250"/>
            <a:ext cx="6010275" cy="5086350"/>
          </a:xfrm>
          <a:prstGeom prst="rect">
            <a:avLst/>
          </a:prstGeom>
        </p:spPr>
      </p:pic>
      <p:pic>
        <p:nvPicPr>
          <p:cNvPr id="13" name="Image 1" descr="Kitch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5" y="4286250"/>
            <a:ext cx="4010025" cy="2476500"/>
          </a:xfrm>
          <a:prstGeom prst="rect">
            <a:avLst/>
          </a:prstGeom>
        </p:spPr>
      </p:pic>
      <p:pic>
        <p:nvPicPr>
          <p:cNvPr id="14" name="Image 2" descr="Liv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0" y="4286250"/>
            <a:ext cx="4000500" cy="2476500"/>
          </a:xfrm>
          <a:prstGeom prst="rect">
            <a:avLst/>
          </a:prstGeom>
        </p:spPr>
      </p:pic>
      <p:pic>
        <p:nvPicPr>
          <p:cNvPr id="15" name="Image 3" descr="Prima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125" y="6896100"/>
            <a:ext cx="4010025" cy="2476500"/>
          </a:xfrm>
          <a:prstGeom prst="rect">
            <a:avLst/>
          </a:prstGeom>
        </p:spPr>
      </p:pic>
      <p:pic>
        <p:nvPicPr>
          <p:cNvPr id="16" name="Image 4" descr="Poo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0" y="6896100"/>
            <a:ext cx="4000500" cy="2476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2500" y="9906000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1466850" y="9906000"/>
            <a:ext cx="634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Chef's kitchen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1466850" y="10191750"/>
            <a:ext cx="6343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Calacatta marble island, Wolf range, custom millwork.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952500" y="10820400"/>
            <a:ext cx="6858000" cy="0"/>
          </a:xfrm>
          <a:prstGeom prst="line">
            <a:avLst/>
          </a:prstGeom>
          <a:noFill/>
          <a:ln w="6350">
            <a:solidFill>
              <a:srgbClr val="E0D9CD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382000" y="9906000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8896350" y="9906000"/>
            <a:ext cx="634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Primary suite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8896350" y="10191750"/>
            <a:ext cx="6343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Spa bath, soaking tub, dual vanities, view balcony.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8382000" y="10820400"/>
            <a:ext cx="6858000" cy="0"/>
          </a:xfrm>
          <a:prstGeom prst="line">
            <a:avLst/>
          </a:prstGeom>
          <a:noFill/>
          <a:ln w="6350">
            <a:solidFill>
              <a:srgbClr val="E0D9CD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52500" y="11049000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1466850" y="11049000"/>
            <a:ext cx="634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Resort pool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466850" y="11334750"/>
            <a:ext cx="6343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Heated pool, outdoor kitchen, fire feature.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952500" y="11963400"/>
            <a:ext cx="6858000" cy="0"/>
          </a:xfrm>
          <a:prstGeom prst="line">
            <a:avLst/>
          </a:prstGeom>
          <a:noFill/>
          <a:ln w="6350">
            <a:solidFill>
              <a:srgbClr val="E0D9C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382000" y="11049000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8896350" y="11049000"/>
            <a:ext cx="634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Smart systems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8896350" y="11334750"/>
            <a:ext cx="6343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Crestron home automation, integrated audio, climate.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8382000" y="11963400"/>
            <a:ext cx="6858000" cy="0"/>
          </a:xfrm>
          <a:prstGeom prst="line">
            <a:avLst/>
          </a:prstGeom>
          <a:noFill/>
          <a:ln w="6350">
            <a:solidFill>
              <a:srgbClr val="E0D9CD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952500" y="12192000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1466850" y="12192000"/>
            <a:ext cx="634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Mountain views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1466850" y="12477750"/>
            <a:ext cx="6343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Floor-to-ceiling glazing onto the McDowell preserve.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952500" y="13106400"/>
            <a:ext cx="6858000" cy="0"/>
          </a:xfrm>
          <a:prstGeom prst="line">
            <a:avLst/>
          </a:prstGeom>
          <a:noFill/>
          <a:ln w="6350">
            <a:solidFill>
              <a:srgbClr val="E0D9CD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8382000" y="12192000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8896350" y="12192000"/>
            <a:ext cx="634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Walk-in wine room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8896350" y="12477750"/>
            <a:ext cx="6343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Climate-controlled, 460-bottle capacity, walnut racks.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8382000" y="13106400"/>
            <a:ext cx="6858000" cy="0"/>
          </a:xfrm>
          <a:prstGeom prst="line">
            <a:avLst/>
          </a:prstGeom>
          <a:noFill/>
          <a:ln w="6350">
            <a:solidFill>
              <a:srgbClr val="E0D9CD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952500" y="19240500"/>
            <a:ext cx="14287500" cy="0"/>
          </a:xfrm>
          <a:prstGeom prst="line">
            <a:avLst/>
          </a:prstGeom>
          <a:noFill/>
          <a:ln w="6350">
            <a:solidFill>
              <a:srgbClr val="C0B7A6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952500" y="19488150"/>
            <a:ext cx="666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40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PRIVATE SHOWINGS, PLEASE CONTACT</a:t>
            </a:r>
            <a:endParaRPr lang="en-US" sz="750" dirty="0"/>
          </a:p>
        </p:txBody>
      </p:sp>
      <p:sp>
        <p:nvSpPr>
          <p:cNvPr id="43" name="Text 36"/>
          <p:cNvSpPr/>
          <p:nvPr/>
        </p:nvSpPr>
        <p:spPr>
          <a:xfrm>
            <a:off x="7620000" y="194691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(480) 555-0182   ·   </a:t>
            </a:r>
            <a:pPr algn="r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hello@alexandramonroe.com   ·   </a:t>
            </a:r>
            <a:pPr algn="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alexandramonroe.com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2026-06-02T21:20:26Z</dcterms:created>
  <dcterms:modified xsi:type="dcterms:W3CDTF">2026-06-02T21:20:26Z</dcterms:modified>
</cp:coreProperties>
</file>