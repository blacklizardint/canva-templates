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483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3F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742081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16052" y="6157912"/>
            <a:ext cx="5908834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102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OPEN 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4660" y="6700838"/>
            <a:ext cx="268104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pic>
        <p:nvPicPr>
          <p:cNvPr id="8" name="Picture 7" descr="coastal-27-hl-open-hous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300412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