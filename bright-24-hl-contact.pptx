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714750" y="3228975"/>
            <a:ext cx="2857500" cy="28575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05375" y="7048500"/>
            <a:ext cx="476250" cy="9525"/>
          </a:xfrm>
          <a:prstGeom prst="rect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33577" y="6562725"/>
            <a:ext cx="2972514" cy="314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 spc="693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CONTACT</a:t>
            </a:r>
          </a:p>
        </p:txBody>
      </p:sp>
      <p:pic>
        <p:nvPicPr>
          <p:cNvPr id="6" name="Picture 5" descr="bright-24-hl-contac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5" y="3943350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