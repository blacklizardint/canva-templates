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right-24-hl-cont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0287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