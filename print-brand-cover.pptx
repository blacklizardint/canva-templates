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1430000" cy="14287500"/>
  <p:notesSz cx="14287500" cy="1143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666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Luxe Agent </a:t>
            </a:r>
            <a:pPr indent="0" marL="0">
              <a:buNone/>
            </a:pPr>
            <a:r>
              <a:rPr lang="en-US" sz="1200" dirty="0">
                <a:solidFill>
                  <a:srgbClr val="C9A84C"/>
                </a:solidFill>
              </a:rPr>
              <a:t>·</a:t>
            </a:r>
            <a:pPr indent="0" marL="0">
              <a:buNone/>
            </a:pPr>
            <a:r>
              <a:rPr lang="en-US" sz="120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Collection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000500" y="533400"/>
            <a:ext cx="666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5" spc="231" kern="0" dirty="0">
                <a:solidFill>
                  <a:srgbClr val="F5F0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/ 03 — THE COVER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762000" y="1905000"/>
            <a:ext cx="9906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spc="264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COMPLETE BRAND &amp; MARKETING BUNDLE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762000" y="2533650"/>
            <a:ext cx="9906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62000" y="3429000"/>
            <a:ext cx="990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0" b="1" spc="-100" kern="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Luxe Agent</a:t>
            </a:r>
            <a:endParaRPr lang="en-US" sz="11700" dirty="0"/>
          </a:p>
        </p:txBody>
      </p:sp>
      <p:sp>
        <p:nvSpPr>
          <p:cNvPr id="7" name="Text 5"/>
          <p:cNvSpPr/>
          <p:nvPr/>
        </p:nvSpPr>
        <p:spPr>
          <a:xfrm>
            <a:off x="762000" y="4876800"/>
            <a:ext cx="9906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Collection.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762000" y="6572250"/>
            <a:ext cx="5715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62100" y="6438900"/>
            <a:ext cx="609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D2CEC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Thirty-eight templates. One luxury system. Everything a realtor needs to look premium on social, in print, and in the inbox — done for you.</a:t>
            </a:r>
            <a:endParaRPr lang="en-US" sz="1350" dirty="0"/>
          </a:p>
        </p:txBody>
      </p:sp>
      <p:pic>
        <p:nvPicPr>
          <p:cNvPr id="10" name="Image 0" descr="photo placeh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9906000"/>
            <a:ext cx="3209925" cy="2667000"/>
          </a:xfrm>
          <a:prstGeom prst="rect">
            <a:avLst/>
          </a:prstGeom>
        </p:spPr>
      </p:pic>
      <p:pic>
        <p:nvPicPr>
          <p:cNvPr id="11" name="Image 1" descr="photo placehold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275" y="9906000"/>
            <a:ext cx="3209925" cy="2667000"/>
          </a:xfrm>
          <a:prstGeom prst="rect">
            <a:avLst/>
          </a:prstGeom>
        </p:spPr>
      </p:pic>
      <p:pic>
        <p:nvPicPr>
          <p:cNvPr id="12" name="Image 2" descr="photo placehold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8550" y="9906000"/>
            <a:ext cx="3209925" cy="2667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62000" y="136207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spc="231" kern="0" dirty="0">
                <a:solidFill>
                  <a:srgbClr val="AFAB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VOLUME 01  ·  </a:t>
            </a:r>
            <a:pPr indent="0" marL="0">
              <a:buNone/>
            </a:pPr>
            <a:r>
              <a:rPr lang="en-US" sz="825" spc="231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 &amp; MARKETING KIT</a:t>
            </a:r>
            <a:endParaRPr lang="en-US" sz="825" dirty="0"/>
          </a:p>
        </p:txBody>
      </p:sp>
      <p:sp>
        <p:nvSpPr>
          <p:cNvPr id="14" name="Text 9"/>
          <p:cNvSpPr/>
          <p:nvPr/>
        </p:nvSpPr>
        <p:spPr>
          <a:xfrm>
            <a:off x="4953000" y="136207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spc="231" kern="0" dirty="0">
                <a:solidFill>
                  <a:srgbClr val="AFAB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ALEXANDRAMONROE.COM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2026-06-02T21:20:26Z</dcterms:created>
  <dcterms:modified xsi:type="dcterms:W3CDTF">2026-06-02T21:20:26Z</dcterms:modified>
</cp:coreProperties>
</file>