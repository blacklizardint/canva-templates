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621000" cy="5943600"/>
  <p:notesSz cx="5943600" cy="15621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gent portrait 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5900" y="0"/>
            <a:ext cx="6515100" cy="5943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6750" y="666750"/>
            <a:ext cx="533400" cy="533400"/>
          </a:xfrm>
          <a:prstGeom prst="rect">
            <a:avLst/>
          </a:prstGeom>
          <a:ln w="6350">
            <a:solidFill>
              <a:srgbClr val="C9A84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66750" y="666750"/>
            <a:ext cx="533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2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932" dirty="0"/>
          </a:p>
        </p:txBody>
      </p:sp>
      <p:sp>
        <p:nvSpPr>
          <p:cNvPr id="5" name="Shape 2"/>
          <p:cNvSpPr/>
          <p:nvPr/>
        </p:nvSpPr>
        <p:spPr>
          <a:xfrm>
            <a:off x="1333500" y="742950"/>
            <a:ext cx="0" cy="419100"/>
          </a:xfrm>
          <a:prstGeom prst="line">
            <a:avLst/>
          </a:prstGeom>
          <a:noFill/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04950" y="685800"/>
            <a:ext cx="2857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240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BRAND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504950" y="8572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66750" y="2381250"/>
            <a:ext cx="7810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b="1" spc="33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SCOTTSDALE · LUXURY · REAL ESTATE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666750" y="2609850"/>
            <a:ext cx="8001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Finding the home that finds you.</a:t>
            </a:r>
            <a:endParaRPr lang="en-US" sz="5400" dirty="0"/>
          </a:p>
        </p:txBody>
      </p:sp>
      <p:sp>
        <p:nvSpPr>
          <p:cNvPr id="10" name="Shape 7"/>
          <p:cNvSpPr/>
          <p:nvPr/>
        </p:nvSpPr>
        <p:spPr>
          <a:xfrm>
            <a:off x="666750" y="4476750"/>
            <a:ext cx="7810500" cy="0"/>
          </a:xfrm>
          <a:prstGeom prst="line">
            <a:avLst/>
          </a:prstGeom>
          <a:noFill/>
          <a:ln w="6350">
            <a:solidFill>
              <a:srgbClr val="3433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6750" y="4724400"/>
            <a:ext cx="2667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spc="216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CALL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666750" y="487680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F5F0E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(480) 555-0182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2476500" y="4724400"/>
            <a:ext cx="2667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spc="216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2476500" y="487680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F5F0E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hello@alexandramonroe.com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5334000" y="4724400"/>
            <a:ext cx="2667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spc="216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5334000" y="4876800"/>
            <a:ext cx="266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75" dirty="0">
                <a:solidFill>
                  <a:srgbClr val="F5F0E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alexandramonroe.com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2026-06-02T21:20:26Z</dcterms:created>
  <dcterms:modified xsi:type="dcterms:W3CDTF">2026-06-02T21:20:26Z</dcterms:modified>
</cp:coreProperties>
</file>