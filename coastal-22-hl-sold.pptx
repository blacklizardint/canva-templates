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483" y="6157912"/>
            <a:ext cx="2649617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2-hl-sol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