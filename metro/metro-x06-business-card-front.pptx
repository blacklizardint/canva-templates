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0125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01250" cy="5715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5750" y="285750"/>
            <a:ext cx="133350" cy="19050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5750" y="285750"/>
            <a:ext cx="19050" cy="133350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582150" y="5410200"/>
            <a:ext cx="133350" cy="19050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96450" y="5295900"/>
            <a:ext cx="19050" cy="133350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6750" y="3250555"/>
            <a:ext cx="775335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01100" y="2590800"/>
            <a:ext cx="5334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01100" y="3114675"/>
            <a:ext cx="5334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01100" y="2590800"/>
            <a:ext cx="9525" cy="5334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4975" y="2590800"/>
            <a:ext cx="9525" cy="5334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750" y="2130921"/>
            <a:ext cx="1278636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5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REALTOR® · CONDO &amp; LOFT SPECIALIST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2407146"/>
            <a:ext cx="12786360" cy="59575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5100" i="0" b="1" spc="-204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Julian Reyes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3441055"/>
            <a:ext cx="7097554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>
                <a:solidFill>
                  <a:srgbClr val="14161A"/>
                </a:solidFill>
                <a:latin typeface="Space Mono"/>
                <a:ea typeface="Space Mono"/>
                <a:cs typeface="Space Mono"/>
              </a:rPr>
              <a:t>312 · 555 · 0148  ·  julian@northandoak.co  ·  northandoak.co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1055" y="2762250"/>
            <a:ext cx="850582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500" i="0" b="1" spc="30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