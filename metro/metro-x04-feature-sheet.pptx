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192500" cy="2095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192500" cy="20955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409700"/>
            <a:ext cx="144780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85725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250" y="119062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8572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90625" y="8572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52550" y="866775"/>
            <a:ext cx="9525" cy="32385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7250" y="10109448"/>
            <a:ext cx="7000875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10842873"/>
            <a:ext cx="7000875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11576298"/>
            <a:ext cx="7000875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34375" y="10109448"/>
            <a:ext cx="7000875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34375" y="10842873"/>
            <a:ext cx="7000875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34375" y="11576298"/>
            <a:ext cx="7000875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19764375"/>
            <a:ext cx="14478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301" y="9667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4475" y="933450"/>
            <a:ext cx="2226469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500" i="0" b="1" spc="3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North &amp; Oak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09836" y="966788"/>
            <a:ext cx="3781663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PROPERTY FEATURE 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50" y="1762125"/>
            <a:ext cx="23545800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264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JUST LISTED · RIVER NORTH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2019300"/>
            <a:ext cx="23545800" cy="94639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100" i="0" b="1" spc="-32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1200 N Wells, 14C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3099048"/>
            <a:ext cx="3686413" cy="571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90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$895,000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8883" y="3403848"/>
            <a:ext cx="4253627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2 BD · 2 BA · 1,480 SF · 14th flr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9537948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914" y="9537948"/>
            <a:ext cx="5280898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Chef’s kitchen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914" y="9785598"/>
            <a:ext cx="5280898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Quartz waterfall island, Bosch appliances, integrated panels.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10271373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914" y="10271373"/>
            <a:ext cx="4620578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Primary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914" y="10519023"/>
            <a:ext cx="4620578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Spa bath, soaking tub, dual vanities, skyline outlook.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50" y="11004798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914" y="11004798"/>
            <a:ext cx="3268028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Outdoor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914" y="11252448"/>
            <a:ext cx="3268028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Private balcony and skyline terrace.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4375" y="9537948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9039" y="9537948"/>
            <a:ext cx="4487942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Smart 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9039" y="9785598"/>
            <a:ext cx="448794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Smart-home automation, integrated audio, climate.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4375" y="10271373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9039" y="10271373"/>
            <a:ext cx="3379708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Skyline views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9039" y="10519023"/>
            <a:ext cx="3379708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Floor-to-ceiling glazing onto the river.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4375" y="11004798"/>
            <a:ext cx="754142" cy="23038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10000"/>
              </a:lnSpc>
            </a:pPr>
            <a:r>
              <a:rPr sz="165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9039" y="11004798"/>
            <a:ext cx="424434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1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Building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9039" y="11252448"/>
            <a:ext cx="424434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50000"/>
              </a:lnSpc>
            </a:pPr>
            <a:r>
              <a:rPr sz="90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Heated garage space, storage cage, bike room.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7250" y="19964400"/>
            <a:ext cx="3332083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NORTH &amp; OAK · VOL. 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26616" y="19964400"/>
            <a:ext cx="4234815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14161A"/>
                </a:solidFill>
                <a:latin typeface="Space Mono"/>
                <a:ea typeface="Space Mono"/>
                <a:cs typeface="Space Mono"/>
              </a:rPr>
              <a:t>312 · 555 · 0148  ·  northandoak.co</a:t>
            </a:r>
          </a:p>
        </p:txBody>
      </p:sp>
      <p:pic>
        <p:nvPicPr>
          <p:cNvPr id="43" name="Picture 42" descr="metro-x04-feature-sheet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4051548"/>
            <a:ext cx="6090642" cy="4953000"/>
          </a:xfrm>
          <a:prstGeom prst="rect">
            <a:avLst/>
          </a:prstGeom>
        </p:spPr>
      </p:pic>
      <p:pic>
        <p:nvPicPr>
          <p:cNvPr id="44" name="Picture 43" descr="metro-x04-feature-sheet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242" y="4051548"/>
            <a:ext cx="4060329" cy="2409825"/>
          </a:xfrm>
          <a:prstGeom prst="rect">
            <a:avLst/>
          </a:prstGeom>
        </p:spPr>
      </p:pic>
      <p:pic>
        <p:nvPicPr>
          <p:cNvPr id="45" name="Picture 44" descr="metro-x04-feature-sheet_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242" y="6594723"/>
            <a:ext cx="4060329" cy="2409825"/>
          </a:xfrm>
          <a:prstGeom prst="rect">
            <a:avLst/>
          </a:prstGeom>
        </p:spPr>
      </p:pic>
      <p:pic>
        <p:nvPicPr>
          <p:cNvPr id="46" name="Picture 45" descr="metro-x04-feature-sheet_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921" y="4051548"/>
            <a:ext cx="4060329" cy="2409825"/>
          </a:xfrm>
          <a:prstGeom prst="rect">
            <a:avLst/>
          </a:prstGeom>
        </p:spPr>
      </p:pic>
      <p:pic>
        <p:nvPicPr>
          <p:cNvPr id="47" name="Picture 46" descr="metro-x04-feature-sheet_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4921" y="6594723"/>
            <a:ext cx="4060329" cy="2409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