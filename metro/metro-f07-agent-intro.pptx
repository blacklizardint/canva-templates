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6132165"/>
            <a:ext cx="509781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801" y="776288"/>
            <a:ext cx="68627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975" i="0" b="1" spc="19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681038"/>
            <a:ext cx="4037409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1" spc="27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North &amp; Oak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909638"/>
            <a:ext cx="403740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68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REALTOR® · CONDO &amp; LOFT SPECIALIST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1866" y="785812"/>
            <a:ext cx="178641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07 · ABOUT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3840361"/>
            <a:ext cx="8537496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324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MEET YOUR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4126111"/>
            <a:ext cx="8537496" cy="59575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5100" i="0" b="1" spc="-204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Julian Reyes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4855220"/>
            <a:ext cx="8537496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REALTOR® · CONDO &amp; LOFT SPECIALIST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5207645"/>
            <a:ext cx="5097810" cy="676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8000"/>
              </a:lnSpc>
            </a:pPr>
            <a:r>
              <a:rPr sz="1125" i="0" b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I help buyers and sellers move with intention in Chicago’s condo market. Eight years in. Hundreds of doors opened. One quiet rule — represent every client the way I’d want my own family represented.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6313140"/>
            <a:ext cx="3099673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5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PHONE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6475065"/>
            <a:ext cx="3099673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312 · 555 · 0148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65921" y="6313140"/>
            <a:ext cx="309991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5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5921" y="6475065"/>
            <a:ext cx="3099911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julian@northandoak.co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5240" y="6313140"/>
            <a:ext cx="309991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5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WEB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5240" y="6475065"/>
            <a:ext cx="3099911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northandoak.co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75" y="9515475"/>
            <a:ext cx="427934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10">
                <a:solidFill>
                  <a:srgbClr val="24272E"/>
                </a:solidFill>
                <a:latin typeface="Space Mono"/>
                <a:ea typeface="Space Mono"/>
                <a:cs typeface="Space Mono"/>
              </a:rPr>
              <a:t>@NORTHANDOAK · NORTHANDOAK.CO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8000" y="9515475"/>
            <a:ext cx="212859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BOOK A COFFEE</a:t>
            </a:r>
          </a:p>
        </p:txBody>
      </p:sp>
      <p:pic>
        <p:nvPicPr>
          <p:cNvPr id="27" name="Picture 26" descr="metro-f07-agent-intro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180" y="3800475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