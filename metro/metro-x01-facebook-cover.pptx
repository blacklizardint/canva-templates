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621000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621000" cy="59436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685800"/>
            <a:ext cx="34290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1019175"/>
            <a:ext cx="34290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685800"/>
            <a:ext cx="9525" cy="3429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0125" y="685800"/>
            <a:ext cx="9525" cy="3429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1100" y="666750"/>
            <a:ext cx="9525" cy="381000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801" y="79533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075" y="676275"/>
            <a:ext cx="2595324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216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THE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075" y="809625"/>
            <a:ext cx="2595324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1" spc="36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575471"/>
            <a:ext cx="1327142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97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RIVER NORTH · URBAN · REAL ESTATE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2832646"/>
            <a:ext cx="13271421" cy="63088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5400" i="0" b="1" spc="-216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Your place in the city.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4991100"/>
            <a:ext cx="1834991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216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5133975"/>
            <a:ext cx="1834991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312 · 555 · 0148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1745" y="4991100"/>
            <a:ext cx="2410778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216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1745" y="5133975"/>
            <a:ext cx="2410778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julian@northandoak.co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6605" y="4991100"/>
            <a:ext cx="1746885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216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6605" y="5133975"/>
            <a:ext cx="1746885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northandoak.co</a:t>
            </a:r>
          </a:p>
        </p:txBody>
      </p:sp>
      <p:pic>
        <p:nvPicPr>
          <p:cNvPr id="19" name="Picture 18" descr="metro-x01-facebook-cover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513" y="666750"/>
            <a:ext cx="5754737" cy="461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