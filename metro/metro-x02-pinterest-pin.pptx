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525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42875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095375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5375" y="76200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5375523"/>
            <a:ext cx="8001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6123236"/>
            <a:ext cx="8001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6870948"/>
            <a:ext cx="8001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7618661"/>
            <a:ext cx="8001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8366373"/>
            <a:ext cx="8001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13011150"/>
            <a:ext cx="8001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051" y="87153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4616" y="881062"/>
            <a:ext cx="178641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PIN &amp; 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581150"/>
            <a:ext cx="13182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FOR FIRST-TIME BUYERS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790700"/>
            <a:ext cx="5093256" cy="942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6600" i="0" b="1" spc="-264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5 things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561779"/>
            <a:ext cx="6298168" cy="942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6600" i="0" b="1" spc="-264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I tell every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332857"/>
            <a:ext cx="9530239" cy="942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6600" i="0" b="1" spc="-264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first-time buyer.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789736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6664" y="4789736"/>
            <a:ext cx="4775121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Get pre-approved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6664" y="5037386"/>
            <a:ext cx="4775121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Know your true number before you fall for a place.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5537448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6664" y="5537448"/>
            <a:ext cx="4738449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Budget past the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6664" y="5785098"/>
            <a:ext cx="4738449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Assessments, taxes, and parking add up monthly.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6285161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6664" y="6285161"/>
            <a:ext cx="3912156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See it at night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6664" y="6532811"/>
            <a:ext cx="3912156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Traffic, light, and noise tell the real story.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7032873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6664" y="7032873"/>
            <a:ext cx="4620816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Read the assessment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6664" y="7280523"/>
            <a:ext cx="4620816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A healthy reserve fund protects your investment.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7780586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6664" y="7780586"/>
            <a:ext cx="4731306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Write a clean offer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6664" y="8028236"/>
            <a:ext cx="4731306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Fewer contingencies beat a few thousand dollars.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13211175"/>
            <a:ext cx="2124313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Julian Reyes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13430250"/>
            <a:ext cx="2124313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216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NORTH &amp; OAK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8999" y="13420725"/>
            <a:ext cx="206740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SAVE &amp; 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