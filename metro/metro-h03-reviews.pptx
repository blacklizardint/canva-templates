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182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16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613493"/>
            <a:ext cx="107763" cy="107763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2716" y="5991225"/>
            <a:ext cx="3679507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54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9777" y="6543675"/>
            <a:ext cx="2728912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8A8A8C"/>
                </a:solidFill>
                <a:latin typeface="Space Grotesk"/>
                <a:ea typeface="Space Grotesk"/>
                <a:cs typeface="Space Grotesk"/>
              </a:rPr>
              <a:t>North &amp; Oak</a:t>
            </a:r>
          </a:p>
        </p:txBody>
      </p:sp>
      <p:pic>
        <p:nvPicPr>
          <p:cNvPr id="8" name="Picture 7" descr="metro-h03-reviews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38525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