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000" y="381000"/>
            <a:ext cx="9525000" cy="9525000"/>
          </a:xfrm>
          <a:prstGeom prst="ellipse">
            <a:avLst/>
          </a:prstGeom>
          <a:noFill/>
          <a:ln w="9525">
            <a:solidFill>
              <a:srgbClr val="182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7750" y="1047750"/>
            <a:ext cx="8191500" cy="8191500"/>
          </a:xfrm>
          <a:prstGeom prst="ellipse">
            <a:avLst/>
          </a:prstGeom>
          <a:noFill/>
          <a:ln w="9525">
            <a:solidFill>
              <a:srgbClr val="16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89618" y="5613493"/>
            <a:ext cx="107763" cy="10776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2716" y="5991225"/>
            <a:ext cx="3679507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540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REVIEWS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9777" y="6543675"/>
            <a:ext cx="27289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8A8A8C"/>
                </a:solidFill>
                <a:latin typeface="HK Grotesk"/>
                <a:ea typeface="HK Grotesk"/>
                <a:cs typeface="HK Grotesk"/>
              </a:rPr>
              <a:t>North &amp; Oak</a:t>
            </a:r>
          </a:p>
        </p:txBody>
      </p:sp>
      <p:pic>
        <p:nvPicPr>
          <p:cNvPr id="8" name="Picture 7" descr="metro-h03-reviews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38525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