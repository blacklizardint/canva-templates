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01913" y="807898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70588" y="807898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3542" y="900112"/>
            <a:ext cx="5327332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45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743575"/>
            <a:ext cx="1143000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75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410325"/>
            <a:ext cx="8763000" cy="10400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3150" i="0" b="1" spc="-63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Calm, sharp, and completely on our side from the first showing to the closing table.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3786" y="7907536"/>
            <a:ext cx="3759279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40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Priya &amp; Tom 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8412361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GOLD COAST, CHICAGO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4450" y="15825788"/>
            <a:ext cx="3695462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