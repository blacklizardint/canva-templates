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457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209675"/>
            <a:ext cx="457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9675" y="762000"/>
            <a:ext cx="952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31865" y="7988498"/>
            <a:ext cx="51435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40785" y="7988498"/>
            <a:ext cx="51435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15735300"/>
            <a:ext cx="8763000" cy="9525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16373475"/>
            <a:ext cx="8763000" cy="9525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15735300"/>
            <a:ext cx="9525" cy="647700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15475" y="15735300"/>
            <a:ext cx="9525" cy="647700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416" y="16012004"/>
            <a:ext cx="94293" cy="9429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175" y="914400"/>
            <a:ext cx="75652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i="0" b="1" spc="24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2764" y="938212"/>
            <a:ext cx="347257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A1A2A3"/>
                </a:solidFill>
                <a:latin typeface="Space Mono"/>
                <a:ea typeface="Space Mono"/>
                <a:cs typeface="Space Mono"/>
              </a:rPr>
              <a:t>STORY 04 · TESTIMONIAL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2057400" y="5715000"/>
            <a:ext cx="14401800" cy="3143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2100" i="0" b="0" spc="450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◆ ◆ ◆ ◆ 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743575"/>
            <a:ext cx="1143000" cy="571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60000"/>
              </a:lnSpc>
            </a:pPr>
            <a:r>
              <a:rPr sz="750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410325"/>
            <a:ext cx="8763000" cy="10400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0000"/>
              </a:lnSpc>
            </a:pPr>
            <a:r>
              <a:rPr sz="3150" i="0" b="1" spc="-63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Calm, sharp, and completely on our side from the first showing to the closing 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1664" y="7869436"/>
            <a:ext cx="2703671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650" i="0" b="1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Priya &amp; Tom 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2057400" y="8250436"/>
            <a:ext cx="144018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240">
                <a:solidFill>
                  <a:srgbClr val="B8B9BA"/>
                </a:solidFill>
                <a:latin typeface="Space Mono"/>
                <a:ea typeface="Space Mono"/>
                <a:cs typeface="Space Mono"/>
              </a:rPr>
              <a:t>GOLD COAST, CHICAGO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8250" y="15978188"/>
            <a:ext cx="2542699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1" spc="22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Read more 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5900" y="15954375"/>
            <a:ext cx="6096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57031" y="17297400"/>
            <a:ext cx="5172789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264">
                <a:solidFill>
                  <a:srgbClr val="B8B9BA"/>
                </a:solidFill>
                <a:latin typeface="Space Mono"/>
                <a:ea typeface="Space Mono"/>
                <a:cs typeface="Space Mono"/>
              </a:rPr>
              <a:t>@NORTHANDOAK  ◆  NORTHANDOAK.CO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