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solidFill>
            <a:srgbClr val="14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62000" y="762000"/>
            <a:ext cx="457200" cy="95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62000" y="1209675"/>
            <a:ext cx="457200" cy="95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62000" y="762000"/>
            <a:ext cx="9525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209675" y="762000"/>
            <a:ext cx="9525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731865" y="7988498"/>
            <a:ext cx="514350" cy="9525"/>
          </a:xfrm>
          <a:prstGeom prst="rect">
            <a:avLst/>
          </a:prstGeom>
          <a:solidFill>
            <a:srgbClr val="2D5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40785" y="7988498"/>
            <a:ext cx="514350" cy="9525"/>
          </a:xfrm>
          <a:prstGeom prst="rect">
            <a:avLst/>
          </a:prstGeom>
          <a:solidFill>
            <a:srgbClr val="2D5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62000" y="15735300"/>
            <a:ext cx="8763000" cy="9525"/>
          </a:xfrm>
          <a:prstGeom prst="rect">
            <a:avLst/>
          </a:prstGeom>
          <a:solidFill>
            <a:srgbClr val="4F5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2000" y="16373475"/>
            <a:ext cx="8763000" cy="9525"/>
          </a:xfrm>
          <a:prstGeom prst="rect">
            <a:avLst/>
          </a:prstGeom>
          <a:solidFill>
            <a:srgbClr val="4F5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2000" y="15735300"/>
            <a:ext cx="9525" cy="647700"/>
          </a:xfrm>
          <a:prstGeom prst="rect">
            <a:avLst/>
          </a:prstGeom>
          <a:solidFill>
            <a:srgbClr val="4F5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515475" y="15735300"/>
            <a:ext cx="9525" cy="647700"/>
          </a:xfrm>
          <a:prstGeom prst="rect">
            <a:avLst/>
          </a:prstGeom>
          <a:solidFill>
            <a:srgbClr val="4F5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24416" y="16012004"/>
            <a:ext cx="94293" cy="94292"/>
          </a:xfrm>
          <a:prstGeom prst="rect">
            <a:avLst/>
          </a:prstGeom>
          <a:solidFill>
            <a:srgbClr val="2D5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3175" y="914400"/>
            <a:ext cx="756523" cy="1524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1200" i="0" b="1" spc="24">
                <a:solidFill>
                  <a:srgbClr val="FFFFFF"/>
                </a:solidFill>
                <a:latin typeface="Space Grotesk"/>
                <a:ea typeface="Space Grotesk"/>
                <a:cs typeface="Space Grotesk"/>
              </a:rPr>
              <a:t>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92764" y="938212"/>
            <a:ext cx="3472577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 spc="240">
                <a:solidFill>
                  <a:srgbClr val="A1A2A3"/>
                </a:solidFill>
                <a:latin typeface="Space Mono"/>
                <a:ea typeface="Space Mono"/>
                <a:cs typeface="Space Mono"/>
              </a:rPr>
              <a:t>STORY 04 · TESTIMONIAL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-2057400" y="5715000"/>
            <a:ext cx="14401800" cy="3143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2100" i="0" b="0" spc="450">
                <a:solidFill>
                  <a:srgbClr val="2D5BE3"/>
                </a:solidFill>
                <a:latin typeface="Space Grotesk"/>
                <a:ea typeface="Space Grotesk"/>
                <a:cs typeface="Space Grotesk"/>
              </a:rPr>
              <a:t>◆ ◆ ◆ ◆ 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5743575"/>
            <a:ext cx="1143000" cy="5715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ct val="60000"/>
              </a:lnSpc>
            </a:pPr>
            <a:r>
              <a:rPr sz="7500" i="0" b="1">
                <a:solidFill>
                  <a:srgbClr val="2D5BE3"/>
                </a:solidFill>
                <a:latin typeface="Space Grotesk"/>
                <a:ea typeface="Space Grotesk"/>
                <a:cs typeface="Space Grotesk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2000" y="6410325"/>
            <a:ext cx="8763000" cy="104001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30000"/>
              </a:lnSpc>
            </a:pPr>
            <a:r>
              <a:rPr sz="3150" i="0" b="1" spc="-63">
                <a:solidFill>
                  <a:srgbClr val="FFFFFF"/>
                </a:solidFill>
                <a:latin typeface="Space Grotesk"/>
                <a:ea typeface="Space Grotesk"/>
                <a:cs typeface="Space Grotesk"/>
              </a:rPr>
              <a:t>Calm, sharp, and completely on our side from the first showing to the closing table.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91664" y="7869436"/>
            <a:ext cx="2703671" cy="2476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1650" i="0" b="1">
                <a:solidFill>
                  <a:srgbClr val="FFFFFF"/>
                </a:solidFill>
                <a:latin typeface="Space Grotesk"/>
                <a:ea typeface="Space Grotesk"/>
                <a:cs typeface="Space Grotesk"/>
              </a:rPr>
              <a:t>Priya &amp; Tom 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-2057400" y="8250436"/>
            <a:ext cx="14401800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750" i="0" b="0" spc="240">
                <a:solidFill>
                  <a:srgbClr val="B8B9BA"/>
                </a:solidFill>
                <a:latin typeface="Space Mono"/>
                <a:ea typeface="Space Mono"/>
                <a:cs typeface="Space Mono"/>
              </a:rPr>
              <a:t>GOLD COAST, CHICAGO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8250" y="15978188"/>
            <a:ext cx="2542699" cy="1619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125" i="0" b="1" spc="22">
                <a:solidFill>
                  <a:srgbClr val="FFFFFF"/>
                </a:solidFill>
                <a:latin typeface="Space Grotesk"/>
                <a:ea typeface="Space Grotesk"/>
                <a:cs typeface="Space Grotesk"/>
              </a:rPr>
              <a:t>Read more reviews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05900" y="15954375"/>
            <a:ext cx="609600" cy="2095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350" i="0" b="0">
                <a:solidFill>
                  <a:srgbClr val="2D5BE3"/>
                </a:solidFill>
                <a:latin typeface="Space Grotesk"/>
                <a:ea typeface="Space Grotesk"/>
                <a:cs typeface="Space Grotesk"/>
              </a:rPr>
              <a:t>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57031" y="17297400"/>
            <a:ext cx="5172789" cy="1238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825" i="0" b="0" spc="264">
                <a:solidFill>
                  <a:srgbClr val="B8B9BA"/>
                </a:solidFill>
                <a:latin typeface="Space Mono"/>
                <a:ea typeface="Space Mono"/>
                <a:cs typeface="Space Mono"/>
              </a:rPr>
              <a:t>@NORTHANDOAK  ◆  NORTHANDOAK.CO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