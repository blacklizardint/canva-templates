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01913" y="8078986"/>
            <a:ext cx="51435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70588" y="8078986"/>
            <a:ext cx="51435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547812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478125"/>
            <a:ext cx="9525" cy="90487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15475" y="15478125"/>
            <a:ext cx="9525" cy="90487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1566" y="15883417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1148" y="900112"/>
            <a:ext cx="827008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425" i="0" b="1" spc="28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3857" y="885825"/>
            <a:ext cx="6254829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425" i="0" b="0" spc="456">
                <a:solidFill>
                  <a:srgbClr val="A1A2A3"/>
                </a:solidFill>
                <a:latin typeface="Space Mono"/>
                <a:ea typeface="Space Mono"/>
                <a:cs typeface="Space Mono"/>
              </a:rPr>
              <a:t>STORY 04 · TESTIMONIAL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2057400" y="5715000"/>
            <a:ext cx="1440180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100" i="0" b="0" spc="45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◆ ◆ ◆ ◆ 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5743575"/>
            <a:ext cx="1143000" cy="571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60000"/>
              </a:lnSpc>
            </a:pPr>
            <a:r>
              <a:rPr sz="750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6410325"/>
            <a:ext cx="8763000" cy="10400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3150" i="0" b="1" spc="-63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Calm, sharp, and completely on our side from the first showing to the closing table.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3786" y="7907536"/>
            <a:ext cx="3759279" cy="3524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400" i="0" b="1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Priya &amp; Tom 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2057400" y="8412361"/>
            <a:ext cx="144018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456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GOLD COAST, CHICAGO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4450" y="15782925"/>
            <a:ext cx="4271962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025" i="0" b="1" spc="40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Read more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2550" y="15773400"/>
            <a:ext cx="73152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626" y="17221200"/>
            <a:ext cx="8657749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425" i="0" b="0" spc="456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