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44801" y="4852988"/>
            <a:ext cx="9525" cy="12477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2525" y="4852988"/>
            <a:ext cx="9525" cy="124777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228" y="776288"/>
            <a:ext cx="248983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MAY 2026 · ISSUE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555355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THE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41105"/>
            <a:ext cx="14706600" cy="63088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400" i="0" b="1" spc="-216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Chicago, by the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52988"/>
            <a:ext cx="435340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32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01 · MEDIAN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2062"/>
            <a:ext cx="4353401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$1.12M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34062"/>
            <a:ext cx="435340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+ 2.8%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6462"/>
            <a:ext cx="435340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vs. prior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976" y="4852988"/>
            <a:ext cx="435363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32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02 · DAYS ON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976" y="5072062"/>
            <a:ext cx="4353639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1976" y="5834062"/>
            <a:ext cx="435363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− 9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1976" y="5986462"/>
            <a:ext cx="435363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vs. prior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9700" y="4852988"/>
            <a:ext cx="435363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32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03 · NEW LISTINGS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9700" y="5072062"/>
            <a:ext cx="4353639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188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9700" y="5834062"/>
            <a:ext cx="435363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+ 14 listings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9700" y="5986462"/>
            <a:ext cx="435363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vs. prior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" y="6481762"/>
            <a:ext cx="7810500" cy="421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050" i="0" b="0">
                <a:solidFill>
                  <a:srgbClr val="24272E"/>
                </a:solidFill>
                <a:latin typeface="HK Grotesk"/>
                <a:ea typeface="HK Grotesk"/>
                <a:cs typeface="HK Grotesk"/>
              </a:rPr>
              <a:t>Inventory is up, days-on-market are down, and city buyers are moving fast on well-priced condos. The window for sellers is real — and narrowing.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9839" y="9515475"/>
            <a:ext cx="374165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FULL REPORT — LINK IN 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