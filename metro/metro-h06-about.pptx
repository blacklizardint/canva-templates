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1000" y="381000"/>
            <a:ext cx="9525000" cy="9525000"/>
          </a:xfrm>
          <a:prstGeom prst="ellipse">
            <a:avLst/>
          </a:prstGeom>
          <a:noFill/>
          <a:ln w="9525">
            <a:solidFill>
              <a:srgbClr val="182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7750" y="1047750"/>
            <a:ext cx="8191500" cy="8191500"/>
          </a:xfrm>
          <a:prstGeom prst="ellipse">
            <a:avLst/>
          </a:prstGeom>
          <a:noFill/>
          <a:ln w="9525">
            <a:solidFill>
              <a:srgbClr val="161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89618" y="5613493"/>
            <a:ext cx="107763" cy="107763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62450" y="5991225"/>
            <a:ext cx="2880360" cy="4000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700" i="0" b="1" spc="540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ABOUT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9777" y="6543675"/>
            <a:ext cx="2728912" cy="304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100" i="0" b="0">
                <a:solidFill>
                  <a:srgbClr val="8A8A8C"/>
                </a:solidFill>
                <a:latin typeface="Space Grotesk"/>
                <a:ea typeface="Space Grotesk"/>
                <a:cs typeface="Space Grotesk"/>
              </a:rPr>
              <a:t>North &amp; Oak</a:t>
            </a:r>
          </a:p>
        </p:txBody>
      </p:sp>
      <p:pic>
        <p:nvPicPr>
          <p:cNvPr id="8" name="Picture 7" descr="metro-h06-abou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3438525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