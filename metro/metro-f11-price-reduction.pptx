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2500" y="6357938"/>
            <a:ext cx="762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North &amp; Oak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1440" y="785812"/>
            <a:ext cx="3051096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11 · PRICE IMPROVED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0027" y="3348038"/>
            <a:ext cx="2946797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6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PRICE IMPROVED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6133" y="3652838"/>
            <a:ext cx="7394734" cy="876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7500" i="0" b="1" spc="-300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New price.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774" y="4662488"/>
            <a:ext cx="323945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05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On a home that hasn’t moved.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4340" y="5276850"/>
            <a:ext cx="3940731" cy="619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200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$945,000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221" y="5372100"/>
            <a:ext cx="990600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184" y="5195888"/>
            <a:ext cx="4782264" cy="781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5400" i="0" b="1" spc="-108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$895,000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5220" y="6596062"/>
            <a:ext cx="3676412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950" i="0" b="1" spc="-19">
                <a:solidFill>
                  <a:srgbClr val="14161A"/>
                </a:solidFill>
                <a:latin typeface="HK Grotesk"/>
                <a:ea typeface="HK Grotesk"/>
                <a:cs typeface="HK Grotesk"/>
              </a:rPr>
              <a:t>1200 N Wells, 14C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7986" y="6967538"/>
            <a:ext cx="441102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>
                <a:solidFill>
                  <a:srgbClr val="8A8F99"/>
                </a:solidFill>
                <a:latin typeface="HK Grotesk"/>
                <a:ea typeface="HK Grotesk"/>
                <a:cs typeface="HK Grotesk"/>
              </a:rPr>
              <a:t>River North, Chicago · 2 BD · 2 BA · 1,480 SF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24272E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3912" y="9515475"/>
            <a:ext cx="226314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TOUR THIS WEEK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