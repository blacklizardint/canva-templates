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62500" y="6357938"/>
            <a:ext cx="762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801" y="776288"/>
            <a:ext cx="68627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975" i="0" b="1" spc="19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81038"/>
            <a:ext cx="4037409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1" spc="27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North &amp; Oak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909638"/>
            <a:ext cx="403740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68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REALTOR® · CONDO &amp; LOFT SPECIALIST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1440" y="785812"/>
            <a:ext cx="3051096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11 · PRICE IMPROVED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0027" y="3348038"/>
            <a:ext cx="2946797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900" i="0" b="0" spc="36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PRICE IMPROVED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6133" y="3652838"/>
            <a:ext cx="7394734" cy="876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2000"/>
              </a:lnSpc>
            </a:pPr>
            <a:r>
              <a:rPr sz="7500" i="0" b="1" spc="-300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New price.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3774" y="4662488"/>
            <a:ext cx="323945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050" i="0" b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On a home that hasn’t moved.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4340" y="5276850"/>
            <a:ext cx="3940731" cy="6191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4200" i="0" b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$945,000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5221" y="5372100"/>
            <a:ext cx="990600" cy="4286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000" i="0" b="0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184" y="5195888"/>
            <a:ext cx="4782264" cy="781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5400" i="0" b="1" spc="-108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$895,000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05220" y="6596062"/>
            <a:ext cx="3676412" cy="2952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950" i="0" b="1" spc="-19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1200 N Wells, 14C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37986" y="6967538"/>
            <a:ext cx="4411028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975" i="0" b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River North, Chicago · 2 BD · 2 BA · 1,480 SF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" y="9515475"/>
            <a:ext cx="427934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10">
                <a:solidFill>
                  <a:srgbClr val="24272E"/>
                </a:solidFill>
                <a:latin typeface="Space Mono"/>
                <a:ea typeface="Space Mono"/>
                <a:cs typeface="Space Mono"/>
              </a:rPr>
              <a:t>@NORTHANDOAK · NORTHANDOAK.CO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3912" y="9515475"/>
            <a:ext cx="226314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TOUR THIS WEEK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