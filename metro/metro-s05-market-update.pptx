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345906"/>
            <a:ext cx="8763000" cy="1381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534590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71750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5345906"/>
            <a:ext cx="9525" cy="13811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5345906"/>
            <a:ext cx="9525" cy="13811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6898481"/>
            <a:ext cx="8763000" cy="1381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689848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827008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6898481"/>
            <a:ext cx="9525" cy="13811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6898481"/>
            <a:ext cx="9525" cy="13811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8451056"/>
            <a:ext cx="8763000" cy="1381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845105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982265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451056"/>
            <a:ext cx="9525" cy="13811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8451056"/>
            <a:ext cx="9525" cy="13811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573" y="938212"/>
            <a:ext cx="333208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05 · THE MARKET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857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THE MARKET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076575"/>
            <a:ext cx="5852874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76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Chicago,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882628"/>
            <a:ext cx="10368915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76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275" y="5912644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19089" y="5641181"/>
            <a:ext cx="1172979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MEDIAN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19089" y="5822156"/>
            <a:ext cx="11729799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$1.12M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0688" y="5965031"/>
            <a:ext cx="100345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+ 2.8%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7275" y="7465219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19089" y="7193756"/>
            <a:ext cx="1156454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DAYS ON MARKET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19089" y="7374731"/>
            <a:ext cx="11564541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7402" y="7517606"/>
            <a:ext cx="1168718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− 9 days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7275" y="9017794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19089" y="8746331"/>
            <a:ext cx="1196101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NEW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19089" y="8927306"/>
            <a:ext cx="11961019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5200" y="9070181"/>
            <a:ext cx="77223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+ 14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8250" y="15978188"/>
            <a:ext cx="285678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Full report — tap 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