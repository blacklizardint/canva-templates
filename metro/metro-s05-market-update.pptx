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5450681"/>
            <a:ext cx="8763000" cy="1485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5450681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6927056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5450681"/>
            <a:ext cx="9525" cy="148590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15475" y="5450681"/>
            <a:ext cx="9525" cy="148590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7108031"/>
            <a:ext cx="8763000" cy="1485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7108031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2000" y="8584406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2000" y="7108031"/>
            <a:ext cx="9525" cy="148590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515475" y="7108031"/>
            <a:ext cx="9525" cy="148590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2000" y="8765381"/>
            <a:ext cx="8763000" cy="1485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2000" y="8765381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2000" y="10241756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2000" y="8765381"/>
            <a:ext cx="9525" cy="148590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15475" y="8765381"/>
            <a:ext cx="9525" cy="148590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000" y="15478125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15478125"/>
            <a:ext cx="9525" cy="90487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15475" y="15478125"/>
            <a:ext cx="9525" cy="90487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1566" y="15883417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1148" y="900112"/>
            <a:ext cx="827008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425" i="0" b="1" spc="28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20693" y="885825"/>
            <a:ext cx="5987891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456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STORY 05 · THE MARKET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" y="2857500"/>
            <a:ext cx="14401800" cy="2381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 spc="462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THE MARKET · MAY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" y="3181350"/>
            <a:ext cx="5852874" cy="971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900" i="0" b="1" spc="-276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Chicago,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3987403"/>
            <a:ext cx="10368915" cy="971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900" i="0" b="1" spc="-276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by the numbers.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275" y="6069806"/>
            <a:ext cx="754142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19089" y="5745956"/>
            <a:ext cx="11442621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456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MEDIAN PRICE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19089" y="6031706"/>
            <a:ext cx="11442621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4800" i="0" b="1" spc="-14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$1.12M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61202" y="6088856"/>
            <a:ext cx="1290638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+ 2.8%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7275" y="7727156"/>
            <a:ext cx="754142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19089" y="7403306"/>
            <a:ext cx="11201162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456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DAYS ON MARKET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19089" y="7689056"/>
            <a:ext cx="11201162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4800" i="0" b="1" spc="-14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10290" y="7746206"/>
            <a:ext cx="1532096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− 9 days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7275" y="9384506"/>
            <a:ext cx="754142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19089" y="9060656"/>
            <a:ext cx="1178052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456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NEW LISTINGS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19089" y="9346406"/>
            <a:ext cx="11780520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4800" i="0" b="1" spc="-14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188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72389" y="9403556"/>
            <a:ext cx="952738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+ 14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14450" y="15782925"/>
            <a:ext cx="4837509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025" i="0" b="1" spc="40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Full report — tap here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72550" y="15773400"/>
            <a:ext cx="731520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4626" y="17221200"/>
            <a:ext cx="8657749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456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