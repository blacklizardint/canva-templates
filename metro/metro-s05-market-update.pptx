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345906"/>
            <a:ext cx="8763000" cy="1381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5345906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6717506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5345906"/>
            <a:ext cx="9525" cy="13811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15475" y="5345906"/>
            <a:ext cx="9525" cy="13811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6898481"/>
            <a:ext cx="8763000" cy="1381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6898481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2000" y="8270081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000" y="6898481"/>
            <a:ext cx="9525" cy="13811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15475" y="6898481"/>
            <a:ext cx="9525" cy="13811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000" y="8451056"/>
            <a:ext cx="8763000" cy="1381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8451056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9822656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8451056"/>
            <a:ext cx="9525" cy="13811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15475" y="8451056"/>
            <a:ext cx="9525" cy="13811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175" y="914400"/>
            <a:ext cx="75652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0" b="1" spc="24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573" y="938212"/>
            <a:ext cx="333208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STORY 05 · THE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2857500"/>
            <a:ext cx="14401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THE MARKET ·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3076575"/>
            <a:ext cx="5852874" cy="971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900" i="0" b="1" spc="-27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Chicago,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882628"/>
            <a:ext cx="10368915" cy="971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900" i="0" b="1" spc="-27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by the numbers.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275" y="5912644"/>
            <a:ext cx="75414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9089" y="5641181"/>
            <a:ext cx="1172979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MEDIAN PRICE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9089" y="5822156"/>
            <a:ext cx="11729799" cy="609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4800" i="0" b="1" spc="-144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$1.12M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0688" y="5965031"/>
            <a:ext cx="100345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+ 2.8%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275" y="7465219"/>
            <a:ext cx="75414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9089" y="7193756"/>
            <a:ext cx="1156454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DAYS ON 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9089" y="7374731"/>
            <a:ext cx="11564541" cy="609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4800" i="0" b="1" spc="-144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7402" y="7517606"/>
            <a:ext cx="1168718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− 9 days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7275" y="9017794"/>
            <a:ext cx="75414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9089" y="8746331"/>
            <a:ext cx="1196101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NEW LISTINGS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19089" y="8927306"/>
            <a:ext cx="11961019" cy="609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4800" i="0" b="1" spc="-144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188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5200" y="9070181"/>
            <a:ext cx="77223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+ 14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8250" y="15978188"/>
            <a:ext cx="2856786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22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Full report — tap 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57031" y="17297400"/>
            <a:ext cx="517278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64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