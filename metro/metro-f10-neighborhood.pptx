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5601891"/>
            <a:ext cx="5310188" cy="9525"/>
          </a:xfrm>
          <a:prstGeom prst="rect">
            <a:avLst/>
          </a:prstGeom>
          <a:solidFill>
            <a:srgbClr val="3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6330553"/>
            <a:ext cx="5310188" cy="9525"/>
          </a:xfrm>
          <a:prstGeom prst="rect">
            <a:avLst/>
          </a:prstGeom>
          <a:solidFill>
            <a:srgbClr val="3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7059216"/>
            <a:ext cx="5310188" cy="9525"/>
          </a:xfrm>
          <a:prstGeom prst="rect">
            <a:avLst/>
          </a:prstGeom>
          <a:solidFill>
            <a:srgbClr val="3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206" y="785812"/>
            <a:ext cx="276987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10 · NEIGHBORHOOD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389709"/>
            <a:ext cx="88773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NEIGHBORHOOD SPOTLIGHT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675459"/>
            <a:ext cx="8877300" cy="6834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5850" i="0" b="1" spc="-234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Fulton Market.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492228"/>
            <a:ext cx="88773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RIVER NORTH · 60654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5035153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414" y="5035153"/>
            <a:ext cx="5796201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Dining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414" y="5263753"/>
            <a:ext cx="5796201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B8B9BA"/>
                </a:solidFill>
                <a:latin typeface="HK Grotesk"/>
                <a:ea typeface="HK Grotesk"/>
                <a:cs typeface="HK Grotesk"/>
              </a:rPr>
              <a:t>Avec, The Aviary, and espresso at Sawada around the corner.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763816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414" y="5763816"/>
            <a:ext cx="6144101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Schools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414" y="5992416"/>
            <a:ext cx="6144101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B8B9BA"/>
                </a:solidFill>
                <a:latin typeface="HK Grotesk"/>
                <a:ea typeface="HK Grotesk"/>
                <a:cs typeface="HK Grotesk"/>
              </a:rPr>
              <a:t>Skinner West and British International — top rated, minutes away.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6492478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414" y="6492478"/>
            <a:ext cx="6158627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Outdoors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414" y="6721078"/>
            <a:ext cx="6158627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B8B9BA"/>
                </a:solidFill>
                <a:latin typeface="HK Grotesk"/>
                <a:ea typeface="HK Grotesk"/>
                <a:cs typeface="HK Grotesk"/>
              </a:rPr>
              <a:t>The Riverwalk and the 606 trail, a five-minute walk from the lobby.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C4C5C6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886" y="9515475"/>
            <a:ext cx="253198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EXPLORE THE AREA</a:t>
            </a:r>
          </a:p>
        </p:txBody>
      </p:sp>
      <p:pic>
        <p:nvPicPr>
          <p:cNvPr id="31" name="Picture 30" descr="metro-f10-neighborhood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38" y="1695450"/>
            <a:ext cx="3186112" cy="7067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