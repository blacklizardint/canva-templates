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1000" y="381000"/>
            <a:ext cx="9525000" cy="9525000"/>
          </a:xfrm>
          <a:prstGeom prst="ellipse">
            <a:avLst/>
          </a:prstGeom>
          <a:noFill/>
          <a:ln w="9525">
            <a:solidFill>
              <a:srgbClr val="182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7750" y="1047750"/>
            <a:ext cx="8191500" cy="8191500"/>
          </a:xfrm>
          <a:prstGeom prst="ellipse">
            <a:avLst/>
          </a:prstGeom>
          <a:noFill/>
          <a:ln w="9525">
            <a:solidFill>
              <a:srgbClr val="16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89618" y="5613493"/>
            <a:ext cx="107763" cy="107763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302" y="5991225"/>
            <a:ext cx="5136594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54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OPEN HOUSE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9777" y="6543675"/>
            <a:ext cx="272891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8A8A8C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pic>
        <p:nvPicPr>
          <p:cNvPr id="8" name="Picture 7" descr="metro-h07-open-hous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38525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