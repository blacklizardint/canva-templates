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90652" y="6222206"/>
            <a:ext cx="51435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1849" y="6222206"/>
            <a:ext cx="51435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801" y="776288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681038"/>
            <a:ext cx="4037409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1" spc="27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909638"/>
            <a:ext cx="403740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68">
                <a:solidFill>
                  <a:srgbClr val="A1A2A3"/>
                </a:solidFill>
                <a:latin typeface="Space Mono"/>
                <a:ea typeface="Space Mono"/>
                <a:cs typeface="Space Mono"/>
              </a:rPr>
              <a:t>REALTOR® · CONDO &amp; LOFT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5015" y="785812"/>
            <a:ext cx="2629376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06 · TESTIMONIAL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7413" y="3912394"/>
            <a:ext cx="2872026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650" i="0" b="0" spc="450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◆ ◆ ◆ ◆ 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2520" y="4121944"/>
            <a:ext cx="1051560" cy="50289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60000"/>
              </a:lnSpc>
            </a:pPr>
            <a:r>
              <a:rPr sz="660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" y="4445794"/>
            <a:ext cx="7239000" cy="13573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5000"/>
              </a:lnSpc>
            </a:pPr>
            <a:r>
              <a:rPr sz="2850" i="0" b="1" spc="-57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Julian found us the loft we’d been picturing for two years — and closed it in under three weeks.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5768" y="6126956"/>
            <a:ext cx="2515314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350" i="0" b="1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Maya &amp; Devin 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8125" y="6441281"/>
            <a:ext cx="2910602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240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WEST LOOP, CHICAGO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9515475"/>
            <a:ext cx="427934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10">
                <a:solidFill>
                  <a:srgbClr val="C4C5C6"/>
                </a:solidFill>
                <a:latin typeface="Space Mono"/>
                <a:ea typeface="Space Mono"/>
                <a:cs typeface="Space Mono"/>
              </a:rPr>
              <a:t>@NORTHANDOAK · NORTHANDOAK.CO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1939" y="9515475"/>
            <a:ext cx="199429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MORE REVIEWS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