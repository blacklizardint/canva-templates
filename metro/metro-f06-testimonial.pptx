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90652" y="622220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1849" y="622220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5015" y="785812"/>
            <a:ext cx="262937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06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7413" y="3912394"/>
            <a:ext cx="2872026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5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2520" y="4121944"/>
            <a:ext cx="1051560" cy="5028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66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4445794"/>
            <a:ext cx="7239000" cy="13573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5000"/>
              </a:lnSpc>
            </a:pPr>
            <a:r>
              <a:rPr sz="2850" i="0" b="1" spc="-5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 found us the loft we’d been picturing for two years — and closed it in under three weeks.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5768" y="6126956"/>
            <a:ext cx="2515314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Maya &amp; Devin 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8125" y="6441281"/>
            <a:ext cx="291060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WEST LOOP, CHICAGO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1939" y="9515475"/>
            <a:ext cx="199429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MORE REVIEWS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