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387477"/>
            <a:ext cx="309369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3758952"/>
            <a:ext cx="309369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3387477"/>
            <a:ext cx="9525" cy="3810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50915" y="3387477"/>
            <a:ext cx="9525" cy="3810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2016" y="3530831"/>
            <a:ext cx="94293" cy="9429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6750" y="5920234"/>
            <a:ext cx="9525" cy="72196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0632" y="785812"/>
            <a:ext cx="234838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08 · BUYER TIP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3511302"/>
            <a:ext cx="4340304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27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TIP OF THE WEEK · BUYERS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054227"/>
            <a:ext cx="8953500" cy="15421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0" b="1" spc="-264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Get the inspection before you fall in love.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" y="5920234"/>
            <a:ext cx="6858000" cy="7219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200" i="0" b="0">
                <a:solidFill>
                  <a:srgbClr val="24272E"/>
                </a:solidFill>
                <a:latin typeface="HK Grotesk"/>
                <a:ea typeface="HK Grotesk"/>
                <a:cs typeface="HK Grotesk"/>
              </a:rPr>
              <a:t>Tour with your heart, but write the offer with your head. A pre-offer walkthrough with your inspector catches the expensive surprises — HVAC, plumbing, the assessment history — while you still have room to negotiate.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" y="6927949"/>
            <a:ext cx="147066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— A note from Julian Reyes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24272E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3912" y="9515475"/>
            <a:ext cx="226314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SAVE FOR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