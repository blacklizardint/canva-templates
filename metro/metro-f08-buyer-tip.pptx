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" y="1219200"/>
            <a:ext cx="895350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666750"/>
            <a:ext cx="342900" cy="9525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6750" y="1000125"/>
            <a:ext cx="342900" cy="9525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6750" y="666750"/>
            <a:ext cx="9525" cy="3429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0125" y="666750"/>
            <a:ext cx="9525" cy="3429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6750" y="3387477"/>
            <a:ext cx="3093690" cy="9525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6750" y="3758952"/>
            <a:ext cx="3093690" cy="9525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6750" y="3387477"/>
            <a:ext cx="9525" cy="381000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50915" y="3387477"/>
            <a:ext cx="9525" cy="381000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2016" y="3530831"/>
            <a:ext cx="94293" cy="94293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6750" y="5920234"/>
            <a:ext cx="9525" cy="721965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6750" y="9315450"/>
            <a:ext cx="895350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4914" y="9527452"/>
            <a:ext cx="80822" cy="80822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2801" y="776288"/>
            <a:ext cx="686276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975" i="0" b="1" spc="19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681038"/>
            <a:ext cx="4037409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350" i="0" b="1" spc="27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North &amp; Oak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909638"/>
            <a:ext cx="4037409" cy="857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00" i="0" b="0" spc="168">
                <a:solidFill>
                  <a:srgbClr val="8A8F99"/>
                </a:solidFill>
                <a:latin typeface="Space Mono"/>
                <a:ea typeface="Space Mono"/>
                <a:cs typeface="Space Mono"/>
              </a:rPr>
              <a:t>REALTOR® · CONDO &amp; LOFT SPECIALIST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0632" y="785812"/>
            <a:ext cx="2348389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240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08 · BUYER TIP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6800" y="3511302"/>
            <a:ext cx="4340304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0" spc="270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TIP OF THE WEEK · BUYERS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50" y="4054227"/>
            <a:ext cx="8953500" cy="154215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2000"/>
              </a:lnSpc>
            </a:pPr>
            <a:r>
              <a:rPr sz="6600" i="0" b="1" spc="-264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Get the inspection before you fall in love.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925" y="5920234"/>
            <a:ext cx="6858000" cy="72196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8000"/>
              </a:lnSpc>
            </a:pPr>
            <a:r>
              <a:rPr sz="1200" i="0" b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Tour with your heart, but write the offer with your head. A pre-offer walkthrough with your inspector catches the expensive surprises — HVAC, plumbing, the assessment history — while you still have room to negotiate.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750" y="6927949"/>
            <a:ext cx="14706600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75" i="0" b="0">
                <a:solidFill>
                  <a:srgbClr val="8A8F99"/>
                </a:solidFill>
                <a:latin typeface="Space Grotesk"/>
                <a:ea typeface="Space Grotesk"/>
                <a:cs typeface="Space Grotesk"/>
              </a:rPr>
              <a:t>— A note from Julian Reyes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675" y="9515475"/>
            <a:ext cx="4279344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210">
                <a:solidFill>
                  <a:srgbClr val="24272E"/>
                </a:solidFill>
                <a:latin typeface="Space Mono"/>
                <a:ea typeface="Space Mono"/>
                <a:cs typeface="Space Mono"/>
              </a:rPr>
              <a:t>@NORTHANDOAK · NORTHANDOAK.CO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43912" y="9515475"/>
            <a:ext cx="226314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210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SAVE FOR LATER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