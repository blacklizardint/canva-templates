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19200"/>
            <a:ext cx="89535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3429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00125"/>
            <a:ext cx="342900" cy="9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0125" y="666750"/>
            <a:ext cx="9525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6750" y="3819674"/>
            <a:ext cx="571500" cy="9525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3E4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801" y="776288"/>
            <a:ext cx="686276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975" i="0" b="1" spc="19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681038"/>
            <a:ext cx="4037409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1" spc="27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909638"/>
            <a:ext cx="403740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68">
                <a:solidFill>
                  <a:srgbClr val="A1A2A3"/>
                </a:solidFill>
                <a:latin typeface="Space Mono"/>
                <a:ea typeface="Space Mono"/>
                <a:cs typeface="Space Mono"/>
              </a:rPr>
              <a:t>REALTOR® · CONDO &amp; LOFT SPECIALIST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823" y="785812"/>
            <a:ext cx="2488882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4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03 · OPEN 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285851"/>
            <a:ext cx="14706600" cy="1333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324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YOU’RE INVITED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" y="2590651"/>
            <a:ext cx="14706600" cy="98137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8400" i="0" b="1" spc="-336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Open House.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750" y="4153049"/>
            <a:ext cx="4690348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264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THE ADDRESS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4372124"/>
            <a:ext cx="4690348" cy="3714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550" i="0" b="1" spc="-25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1200 N Wells, 14C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" y="4819799"/>
            <a:ext cx="4690348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247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RIVER NORTH, CHICAGO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593" y="4153049"/>
            <a:ext cx="3510201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0" spc="264">
                <a:solidFill>
                  <a:srgbClr val="B8B9BA"/>
                </a:solidFill>
                <a:latin typeface="Space Mono"/>
                <a:ea typeface="Space Mono"/>
                <a:cs typeface="Space Mono"/>
              </a:rPr>
              <a:t>THE 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593" y="4372124"/>
            <a:ext cx="3510201" cy="3714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550" i="0" b="1" spc="-25">
                <a:solidFill>
                  <a:srgbClr val="FFFFFF"/>
                </a:solidFill>
                <a:latin typeface="Space Grotesk"/>
                <a:ea typeface="Space Grotesk"/>
                <a:cs typeface="Space Grotesk"/>
              </a:rPr>
              <a:t>Sat · June 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593" y="4819799"/>
            <a:ext cx="3510201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1" spc="42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1:00 — 4:00 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75" y="9515475"/>
            <a:ext cx="427934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210">
                <a:solidFill>
                  <a:srgbClr val="C4C5C6"/>
                </a:solidFill>
                <a:latin typeface="Space Mono"/>
                <a:ea typeface="Space Mono"/>
                <a:cs typeface="Space Mono"/>
              </a:rPr>
              <a:t>@NORTHANDOAK · NORTHANDOAK.CO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9832" y="9515475"/>
            <a:ext cx="3069669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210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RSVP VIA LINK IN BIO</a:t>
            </a:r>
          </a:p>
        </p:txBody>
      </p:sp>
      <p:pic>
        <p:nvPicPr>
          <p:cNvPr id="25" name="Picture 24" descr="metro-f03-open-house-invit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5315099"/>
            <a:ext cx="8953500" cy="2857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