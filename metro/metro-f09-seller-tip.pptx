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19200"/>
            <a:ext cx="89535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3429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00125"/>
            <a:ext cx="3429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0125" y="666750"/>
            <a:ext cx="9525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6750" y="3773091"/>
            <a:ext cx="3196828" cy="381000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3773091"/>
            <a:ext cx="3196828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6750" y="4144566"/>
            <a:ext cx="3196828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6750" y="3773091"/>
            <a:ext cx="9525" cy="381000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54053" y="3773091"/>
            <a:ext cx="9525" cy="381000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2016" y="3916444"/>
            <a:ext cx="94293" cy="9429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6750" y="5534769"/>
            <a:ext cx="9525" cy="72196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2801" y="776288"/>
            <a:ext cx="68627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975" i="0" b="1" spc="19">
                <a:solidFill>
                  <a:srgbClr val="FFFFFF"/>
                </a:solidFill>
                <a:latin typeface="HK Grotesk"/>
                <a:ea typeface="HK Grotesk"/>
                <a:cs typeface="HK Grotesk"/>
              </a:rPr>
              <a:t>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681038"/>
            <a:ext cx="4037409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1" spc="27">
                <a:solidFill>
                  <a:srgbClr val="FFFFFF"/>
                </a:solidFill>
                <a:latin typeface="HK Grotesk"/>
                <a:ea typeface="HK Grotesk"/>
                <a:cs typeface="HK Grotesk"/>
              </a:rPr>
              <a:t>North &amp; Oak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909638"/>
            <a:ext cx="403740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68">
                <a:solidFill>
                  <a:srgbClr val="A1A2A3"/>
                </a:solidFill>
                <a:latin typeface="Space Mono"/>
                <a:ea typeface="Space Mono"/>
                <a:cs typeface="Space Mono"/>
              </a:rPr>
              <a:t>REALTOR® · CONDO &amp; LOFT SPECIALIST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823" y="785812"/>
            <a:ext cx="2488882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09 · SELLER TIP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800" y="3896916"/>
            <a:ext cx="4505325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27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TIP OF THE WEEK · SELLERS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" y="4439841"/>
            <a:ext cx="14706600" cy="77107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600" i="0" b="1" spc="-264">
                <a:solidFill>
                  <a:srgbClr val="FFFFFF"/>
                </a:solidFill>
                <a:latin typeface="HK Grotesk"/>
                <a:ea typeface="HK Grotesk"/>
                <a:cs typeface="HK Grotesk"/>
              </a:rPr>
              <a:t>Stage the first ten feet.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925" y="5534769"/>
            <a:ext cx="6858000" cy="7219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8000"/>
              </a:lnSpc>
            </a:pPr>
            <a:r>
              <a:rPr sz="1200" i="0" b="0">
                <a:solidFill>
                  <a:srgbClr val="D5D5D6"/>
                </a:solidFill>
                <a:latin typeface="HK Grotesk"/>
                <a:ea typeface="HK Grotesk"/>
                <a:cs typeface="HK Grotesk"/>
              </a:rPr>
              <a:t>Buyers decide in the doorway. Clear the entry, add one warm light and a single sculptural object, and let the sightline run clean to the windows. The first ten feet set the price expectation for everything behind them.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6542484"/>
            <a:ext cx="14706600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>
                <a:solidFill>
                  <a:srgbClr val="A1A2A3"/>
                </a:solidFill>
                <a:latin typeface="HK Grotesk"/>
                <a:ea typeface="HK Grotesk"/>
                <a:cs typeface="HK Grotesk"/>
              </a:rPr>
              <a:t>— A note from Julian Reyes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675" y="9515475"/>
            <a:ext cx="427934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10">
                <a:solidFill>
                  <a:srgbClr val="C4C5C6"/>
                </a:solidFill>
                <a:latin typeface="Space Mono"/>
                <a:ea typeface="Space Mono"/>
                <a:cs typeface="Space Mono"/>
              </a:rPr>
              <a:t>@NORTHANDOAK · NORTHANDOAK.CO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7866" y="9515475"/>
            <a:ext cx="3472815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21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GET YOUR HOME VALUATION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