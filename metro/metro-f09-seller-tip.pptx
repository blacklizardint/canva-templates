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3773091"/>
            <a:ext cx="3196828" cy="38100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3773091"/>
            <a:ext cx="3196828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4144566"/>
            <a:ext cx="3196828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6750" y="3773091"/>
            <a:ext cx="9525" cy="38100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54053" y="3773091"/>
            <a:ext cx="9525" cy="381000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2016" y="3916444"/>
            <a:ext cx="94293" cy="942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6750" y="5534769"/>
            <a:ext cx="9525" cy="72196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3E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801" y="77628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681038"/>
            <a:ext cx="403740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1" spc="27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North &amp; Oak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909638"/>
            <a:ext cx="403740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68">
                <a:solidFill>
                  <a:srgbClr val="A1A2A3"/>
                </a:solidFill>
                <a:latin typeface="Space Mono"/>
                <a:ea typeface="Space Mono"/>
                <a:cs typeface="Space Mono"/>
              </a:rPr>
              <a:t>REALTOR® · CONDO &amp; LOFT SPECIALIST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823" y="785812"/>
            <a:ext cx="248888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09 · SELLER TIP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00" y="3896916"/>
            <a:ext cx="4505325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270">
                <a:solidFill>
                  <a:srgbClr val="FFFFFF"/>
                </a:solidFill>
                <a:latin typeface="Space Mono"/>
                <a:ea typeface="Space Mono"/>
                <a:cs typeface="Space Mono"/>
              </a:rPr>
              <a:t>TIP OF THE WEEK · SELLERS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439841"/>
            <a:ext cx="14706600" cy="77107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6600" i="0" b="1" spc="-264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Stage the first ten feet.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5534769"/>
            <a:ext cx="6858000" cy="72196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8000"/>
              </a:lnSpc>
            </a:pPr>
            <a:r>
              <a:rPr sz="1200" i="0" b="0">
                <a:solidFill>
                  <a:srgbClr val="D5D5D6"/>
                </a:solidFill>
                <a:latin typeface="Space Grotesk"/>
                <a:ea typeface="Space Grotesk"/>
                <a:cs typeface="Space Grotesk"/>
              </a:rPr>
              <a:t>Buyers decide in the doorway. Clear the entry, add one warm light and a single sculptural object, and let the sightline run clean to the windows. The first ten feet set the price expectation for everything behind them.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" y="6542484"/>
            <a:ext cx="14706600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A1A2A3"/>
                </a:solidFill>
                <a:latin typeface="Space Grotesk"/>
                <a:ea typeface="Space Grotesk"/>
                <a:cs typeface="Space Grotesk"/>
              </a:rPr>
              <a:t>— A note from Julian Reyes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" y="9515475"/>
            <a:ext cx="427934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10">
                <a:solidFill>
                  <a:srgbClr val="C4C5C6"/>
                </a:solidFill>
                <a:latin typeface="Space Mono"/>
                <a:ea typeface="Space Mono"/>
                <a:cs typeface="Space Mono"/>
              </a:rPr>
              <a:t>@NORTHANDOAK · NORTHANDOAK.CO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7866" y="9515475"/>
            <a:ext cx="347281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GET YOUR HOME 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