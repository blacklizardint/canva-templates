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19200"/>
            <a:ext cx="89535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3429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00125"/>
            <a:ext cx="3429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0125" y="666750"/>
            <a:ext cx="9525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2941" y="5615466"/>
            <a:ext cx="94293" cy="9429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2941" y="6110766"/>
            <a:ext cx="94293" cy="9429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2941" y="6606066"/>
            <a:ext cx="94293" cy="9429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801" y="77628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81038"/>
            <a:ext cx="403740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1" spc="27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909638"/>
            <a:ext cx="403740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68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5015" y="785812"/>
            <a:ext cx="2629376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01 · JUST LISTED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3409950"/>
            <a:ext cx="8197691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JUST LISTED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752850"/>
            <a:ext cx="8197691" cy="571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500" i="0" b="1" spc="-9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1200 N Wells, 14C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4476750"/>
            <a:ext cx="819769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47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RIVER NORTH, CHICAGO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" y="4772025"/>
            <a:ext cx="8197691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0" b="1" spc="-3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$895,000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775" y="5562600"/>
            <a:ext cx="2684859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 spc="1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2 BD · 2 BA · 1,480 SF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775" y="5753100"/>
            <a:ext cx="2684859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">
                <a:solidFill>
                  <a:srgbClr val="959698"/>
                </a:solidFill>
                <a:latin typeface="Space Grotesk"/>
                <a:ea typeface="Space Grotesk"/>
                <a:cs typeface="Space Grotesk"/>
              </a:rPr>
              <a:t>Beds · Baths · Square footage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6775" y="6057900"/>
            <a:ext cx="2829401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 spc="1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Chef’s Kitchen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775" y="6248400"/>
            <a:ext cx="2829401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">
                <a:solidFill>
                  <a:srgbClr val="959698"/>
                </a:solidFill>
                <a:latin typeface="Space Grotesk"/>
                <a:ea typeface="Space Grotesk"/>
                <a:cs typeface="Space Grotesk"/>
              </a:rPr>
              <a:t>Quartz island · integrated Bosch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6775" y="6553200"/>
            <a:ext cx="249650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 spc="1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Private Balcony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775" y="6743700"/>
            <a:ext cx="2496502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">
                <a:solidFill>
                  <a:srgbClr val="959698"/>
                </a:solidFill>
                <a:latin typeface="Space Grotesk"/>
                <a:ea typeface="Space Grotesk"/>
                <a:cs typeface="Space Grotesk"/>
              </a:rPr>
              <a:t>South-facing · skyline views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675" y="9515475"/>
            <a:ext cx="427934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10">
                <a:solidFill>
                  <a:srgbClr val="C4C5C6"/>
                </a:solidFill>
                <a:latin typeface="Space Mono"/>
                <a:ea typeface="Space Mono"/>
                <a:cs typeface="Space Mono"/>
              </a:rPr>
              <a:t>@NORTHANDOAK · NORTHANDOAK.CO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39832" y="9515475"/>
            <a:ext cx="306966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1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DM FOR THE FULL TOUR</a:t>
            </a:r>
          </a:p>
        </p:txBody>
      </p:sp>
      <p:pic>
        <p:nvPicPr>
          <p:cNvPr id="29" name="Picture 28" descr="metro-f01-just-listed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9382" y="1695450"/>
            <a:ext cx="3610868" cy="70675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