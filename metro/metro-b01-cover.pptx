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4287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428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181100"/>
            <a:ext cx="99060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7061746"/>
            <a:ext cx="44450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585621"/>
            <a:ext cx="44450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8109496"/>
            <a:ext cx="44450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8633371"/>
            <a:ext cx="44450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13201650"/>
            <a:ext cx="9906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2411016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0" b="1" spc="33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7394" y="804862"/>
            <a:ext cx="204597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VOL. 01 /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628775"/>
            <a:ext cx="16230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45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URBAN RESIDENCES — CHICAGO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990725"/>
            <a:ext cx="16230600" cy="390897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0000"/>
              </a:lnSpc>
            </a:pPr>
            <a:r>
              <a:rPr sz="11400" i="0" b="1" spc="-456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THE</a:t>
            </a:r>
          </a:p>
          <a:p>
            <a:pPr algn="l">
              <a:lnSpc>
                <a:spcPct val="90000"/>
              </a:lnSpc>
            </a:pPr>
            <a:r>
              <a:rPr sz="11400" i="0" b="1" spc="-456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METRO</a:t>
            </a:r>
          </a:p>
          <a:p>
            <a:pPr algn="l">
              <a:lnSpc>
                <a:spcPct val="90000"/>
              </a:lnSpc>
            </a:pPr>
            <a:r>
              <a:rPr sz="11400" i="0" b="1" spc="-456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EDIT.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766471"/>
            <a:ext cx="1569482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0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3836" y="6680746"/>
            <a:ext cx="75414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290346"/>
            <a:ext cx="143756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0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3836" y="7204621"/>
            <a:ext cx="75414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814221"/>
            <a:ext cx="1305401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0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FORMATS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0712" y="7728496"/>
            <a:ext cx="226314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Social / 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8338096"/>
            <a:ext cx="117348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10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3131" y="8252371"/>
            <a:ext cx="1779270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01 /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8550" y="6471196"/>
            <a:ext cx="4889450" cy="81260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350" i="0" b="0">
                <a:solidFill>
                  <a:srgbClr val="24272E"/>
                </a:solidFill>
                <a:latin typeface="HK Grotesk"/>
                <a:ea typeface="HK Grotesk"/>
                <a:cs typeface="HK Grotesk"/>
              </a:rPr>
              <a:t>Forty templates. One precise system — built on a grid, run on the numbers. Everything a downtown condo &amp; loft specialist needs to move listings fast and look sharp doing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13401675"/>
            <a:ext cx="3821668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BRAND &amp; MARKETING KIT · VOL.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6748" y="13401675"/>
            <a:ext cx="1935004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49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NORTHANDOAK.CO</a:t>
            </a:r>
          </a:p>
        </p:txBody>
      </p:sp>
      <p:pic>
        <p:nvPicPr>
          <p:cNvPr id="24" name="Picture 23" descr="metro-b01-cover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176296"/>
            <a:ext cx="3225850" cy="3429000"/>
          </a:xfrm>
          <a:prstGeom prst="rect">
            <a:avLst/>
          </a:prstGeom>
        </p:spPr>
      </p:pic>
      <p:pic>
        <p:nvPicPr>
          <p:cNvPr id="25" name="Picture 24" descr="metro-b01-cover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50" y="9176296"/>
            <a:ext cx="3225701" cy="3429000"/>
          </a:xfrm>
          <a:prstGeom prst="rect">
            <a:avLst/>
          </a:prstGeom>
        </p:spPr>
      </p:pic>
      <p:pic>
        <p:nvPicPr>
          <p:cNvPr id="26" name="Picture 25" descr="metro-b01-cover_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150" y="9176296"/>
            <a:ext cx="322585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