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192500" cy="2095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192500" cy="20955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13388280"/>
            <a:ext cx="14478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14340780"/>
            <a:ext cx="14478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7250" y="21845290"/>
            <a:ext cx="14478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7250" y="11144250"/>
            <a:ext cx="235458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0" spc="378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YOU’RE INVITED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1487150"/>
            <a:ext cx="23545800" cy="113913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9750" i="0" b="1" spc="-390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1200 N Wells, 14C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12759630"/>
            <a:ext cx="23545800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River North, Chicago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13645455"/>
            <a:ext cx="5645706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13826430"/>
            <a:ext cx="5645706" cy="2667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i="0" b="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Sun · June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7691" y="13645455"/>
            <a:ext cx="5645706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7691" y="13826430"/>
            <a:ext cx="5645706" cy="2667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i="0" b="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12—3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8132" y="13645455"/>
            <a:ext cx="5645706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8132" y="13826430"/>
            <a:ext cx="5645706" cy="2667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i="0" b="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$895,000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573" y="13645455"/>
            <a:ext cx="7751683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573" y="13826430"/>
            <a:ext cx="7751683" cy="2667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800" i="0" b="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2 BD · 2 BA · 1,480 SF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14674155"/>
            <a:ext cx="12382500" cy="54173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8000"/>
              </a:lnSpc>
            </a:pPr>
            <a:r>
              <a:rPr sz="1350" i="0" b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A light-filled corner residence above the city. Chef’s kitchen, private balcony, floor-to-ceiling glass onto the skyline. Heated parking, storage, and a doorman who knows your name.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22083415"/>
            <a:ext cx="3613071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650" i="0" b="1" spc="33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Julian Reyes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22350115"/>
            <a:ext cx="361307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CONDO &amp; LOFT SPECIALIST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4476" y="22312015"/>
            <a:ext cx="8382238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 spc="58">
                <a:solidFill>
                  <a:srgbClr val="14161A"/>
                </a:solidFill>
                <a:latin typeface="Space Mono"/>
                <a:ea typeface="Space Mono"/>
                <a:cs typeface="Space Mono"/>
              </a:rPr>
              <a:t>312 · 555 · 0148  ·  julian@northandoak.co  ·  northandoak.co</a:t>
            </a:r>
          </a:p>
        </p:txBody>
      </p:sp>
      <p:pic>
        <p:nvPicPr>
          <p:cNvPr id="21" name="Picture 20" descr="metro-x03-open-house-flyer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1925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