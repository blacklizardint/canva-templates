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2286" y="5991225"/>
            <a:ext cx="4032647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FOR SALE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pic>
        <p:nvPicPr>
          <p:cNvPr id="8" name="Picture 7" descr="metro-h01-for-sal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