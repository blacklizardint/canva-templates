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2716" y="5991225"/>
            <a:ext cx="3679507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SELLERS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09-seller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