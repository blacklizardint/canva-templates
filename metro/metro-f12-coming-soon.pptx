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82105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5015" y="785812"/>
            <a:ext cx="262937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12 · COMING 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374678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COMING SOON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717578"/>
            <a:ext cx="14706600" cy="336604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5000"/>
              </a:lnSpc>
            </a:pPr>
            <a:r>
              <a:rPr sz="9300" i="0" b="1" spc="-37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Something</a:t>
            </a:r>
          </a:p>
          <a:p>
            <a:pPr algn="l">
              <a:lnSpc>
                <a:spcPct val="95000"/>
              </a:lnSpc>
            </a:pPr>
            <a:r>
              <a:rPr sz="9300" i="0" b="1" spc="-37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special</a:t>
            </a:r>
          </a:p>
          <a:p>
            <a:pPr algn="l">
              <a:lnSpc>
                <a:spcPct val="95000"/>
              </a:lnSpc>
            </a:pPr>
            <a:r>
              <a:rPr sz="9300" i="0" b="1" spc="-37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is on the 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8429625"/>
            <a:ext cx="515612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HITTING THE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8610600"/>
            <a:ext cx="5156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June 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1200" y="8429625"/>
            <a:ext cx="51563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NEIGHBORHOOD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1200" y="8610600"/>
            <a:ext cx="515635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Fulton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5800" y="8429625"/>
            <a:ext cx="515612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FROM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5800" y="8610600"/>
            <a:ext cx="5156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$895K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C4C5C6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3920" y="9515475"/>
            <a:ext cx="293512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DM FOR EARLY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