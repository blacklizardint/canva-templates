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66750" y="1219200"/>
            <a:ext cx="8953500" cy="9525"/>
          </a:xfrm>
          <a:prstGeom prst="rect">
            <a:avLst/>
          </a:prstGeom>
          <a:solidFill>
            <a:srgbClr val="3E4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666750"/>
            <a:ext cx="3429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6750" y="1000125"/>
            <a:ext cx="3429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6750" y="666750"/>
            <a:ext cx="9525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0125" y="666750"/>
            <a:ext cx="9525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6750" y="8210550"/>
            <a:ext cx="8953500" cy="9525"/>
          </a:xfrm>
          <a:prstGeom prst="rect">
            <a:avLst/>
          </a:prstGeom>
          <a:solidFill>
            <a:srgbClr val="3E4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9315450"/>
            <a:ext cx="8953500" cy="9525"/>
          </a:xfrm>
          <a:prstGeom prst="rect">
            <a:avLst/>
          </a:prstGeom>
          <a:solidFill>
            <a:srgbClr val="3E4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4914" y="9527452"/>
            <a:ext cx="80822" cy="80822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801" y="776288"/>
            <a:ext cx="686276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975" i="0" b="1" spc="19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681038"/>
            <a:ext cx="4037409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1" spc="27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North &amp; Oak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909638"/>
            <a:ext cx="4037409" cy="857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00" i="0" b="0" spc="168">
                <a:solidFill>
                  <a:srgbClr val="A1A2A3"/>
                </a:solidFill>
                <a:latin typeface="Space Mono"/>
                <a:ea typeface="Space Mono"/>
                <a:cs typeface="Space Mono"/>
              </a:rPr>
              <a:t>REALTOR® · CONDO &amp; LOFT SPECIALIST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5015" y="785812"/>
            <a:ext cx="2629376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12 · COMING SOON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3374678"/>
            <a:ext cx="14706600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 spc="324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COMING SOON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750" y="3717578"/>
            <a:ext cx="14706600" cy="336604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5000"/>
              </a:lnSpc>
            </a:pPr>
            <a:r>
              <a:rPr sz="9300" i="0" b="1" spc="-372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Something</a:t>
            </a:r>
          </a:p>
          <a:p>
            <a:pPr algn="l">
              <a:lnSpc>
                <a:spcPct val="95000"/>
              </a:lnSpc>
            </a:pPr>
            <a:r>
              <a:rPr sz="9300" i="0" b="1" spc="-372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special</a:t>
            </a:r>
          </a:p>
          <a:p>
            <a:pPr algn="l">
              <a:lnSpc>
                <a:spcPct val="95000"/>
              </a:lnSpc>
            </a:pPr>
            <a:r>
              <a:rPr sz="9300" i="0" b="1" spc="-372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is on the way.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750" y="8429625"/>
            <a:ext cx="5156121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HITTING THE MARKET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8610600"/>
            <a:ext cx="5156121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1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June 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1200" y="8429625"/>
            <a:ext cx="5156359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NEIGHBORHOOD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1200" y="8610600"/>
            <a:ext cx="5156359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1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Fulton Market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35800" y="8429625"/>
            <a:ext cx="5156121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FROM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35800" y="8610600"/>
            <a:ext cx="5156121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1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$895K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675" y="9515475"/>
            <a:ext cx="4279344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10">
                <a:solidFill>
                  <a:srgbClr val="C4C5C6"/>
                </a:solidFill>
                <a:latin typeface="Space Mono"/>
                <a:ea typeface="Space Mono"/>
                <a:cs typeface="Space Mono"/>
              </a:rPr>
              <a:t>@NORTHANDOAK · NORTHANDOAK.CO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3920" y="9515475"/>
            <a:ext cx="2935129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1" spc="21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DM FOR EARLY ACCESS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