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7055346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988796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922246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9855696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148" y="900112"/>
            <a:ext cx="82700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1" spc="28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1351" y="885825"/>
            <a:ext cx="518683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08 ·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238500"/>
            <a:ext cx="144018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46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562350"/>
            <a:ext cx="6796564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Let’s talk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508748"/>
            <a:ext cx="9440704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about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550521"/>
            <a:ext cx="144899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8817" y="6379071"/>
            <a:ext cx="4854892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312 · 555 · 0148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7483971"/>
            <a:ext cx="1716167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1982" y="7312521"/>
            <a:ext cx="6625828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julian@northandoak.co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8417421"/>
            <a:ext cx="915114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9776" y="8245971"/>
            <a:ext cx="4389358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@northandoak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9350871"/>
            <a:ext cx="1182052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8332" y="9179421"/>
            <a:ext cx="4583668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northandoak.co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4876800" y="10208121"/>
            <a:ext cx="14401800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100000"/>
              </a:lnSpc>
            </a:pPr>
            <a:r>
              <a:rPr sz="2250" i="0" b="1" spc="45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4876800" y="10570071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4450" y="15782925"/>
            <a:ext cx="2558653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Send a 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