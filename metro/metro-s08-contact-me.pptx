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704582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97927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91272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84617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517" y="900112"/>
            <a:ext cx="4428172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2385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0" spc="47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552825"/>
            <a:ext cx="679656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Let’s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499223"/>
            <a:ext cx="944070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about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569571"/>
            <a:ext cx="128039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8817" y="6369546"/>
            <a:ext cx="4854892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312 · 555 · 0148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503021"/>
            <a:ext cx="150518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1982" y="7302996"/>
            <a:ext cx="662582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julian@northandoak.co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8436471"/>
            <a:ext cx="83081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9776" y="8236446"/>
            <a:ext cx="438935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@northandoak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9369921"/>
            <a:ext cx="10556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8332" y="9169896"/>
            <a:ext cx="458366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northandoak.co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10198596"/>
            <a:ext cx="14401800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100000"/>
              </a:lnSpc>
            </a:pPr>
            <a:r>
              <a:rPr sz="2250" i="0" b="1" spc="45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10560546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4450" y="15825788"/>
            <a:ext cx="2235994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