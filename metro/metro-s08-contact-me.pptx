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6769596"/>
            <a:ext cx="87630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7522071"/>
            <a:ext cx="87630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8274546"/>
            <a:ext cx="87630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9027021"/>
            <a:ext cx="87630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175" y="914400"/>
            <a:ext cx="7565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0" b="1" spc="24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999" y="938212"/>
            <a:ext cx="291060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STORY 08 ·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23850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LET’S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457575"/>
            <a:ext cx="6796564" cy="11525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100" i="0" b="1" spc="-324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Let’s talk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403973"/>
            <a:ext cx="9440704" cy="11525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100" i="0" b="1" spc="-324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about home.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98121"/>
            <a:ext cx="99941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7863" y="6236196"/>
            <a:ext cx="3736419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312 · 555 · 0148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7150596"/>
            <a:ext cx="115395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7700" y="6988671"/>
            <a:ext cx="5064681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julian@northandoak.co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7903071"/>
            <a:ext cx="69032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6045" y="7741146"/>
            <a:ext cx="3387328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@northandoak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8655546"/>
            <a:ext cx="844868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4962" y="8493621"/>
            <a:ext cx="3533061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northandoak.co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4876800" y="9322296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100000"/>
              </a:lnSpc>
            </a:pPr>
            <a:r>
              <a:rPr sz="1650" i="0" b="1" spc="33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Julian Reyes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4876800" y="9588996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750" i="0" b="0" spc="240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CONDO &amp; LOFT 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15978188"/>
            <a:ext cx="1590913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Send a DM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