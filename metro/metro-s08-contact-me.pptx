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6769596"/>
            <a:ext cx="87630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7522071"/>
            <a:ext cx="87630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8274546"/>
            <a:ext cx="87630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9027021"/>
            <a:ext cx="87630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175" y="914400"/>
            <a:ext cx="75652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i="0" b="1" spc="2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3999" y="938212"/>
            <a:ext cx="2910602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A1A2A3"/>
                </a:solidFill>
                <a:latin typeface="Space Mono"/>
                <a:ea typeface="Space Mono"/>
                <a:cs typeface="Space Mono"/>
              </a:rPr>
              <a:t>STORY 08 ·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238500"/>
            <a:ext cx="144018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2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LET’S CONNECT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3457575"/>
            <a:ext cx="6796564" cy="11525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100" i="0" b="1" spc="-32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Let’s talk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403973"/>
            <a:ext cx="9440704" cy="11525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100" i="0" b="1" spc="-324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about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6398121"/>
            <a:ext cx="99941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26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7863" y="6236196"/>
            <a:ext cx="3736419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312 · 555 · 0148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7150596"/>
            <a:ext cx="1153954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26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EMAIL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7700" y="6988671"/>
            <a:ext cx="5064681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julian@northandoak.co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7903071"/>
            <a:ext cx="690324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26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DM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6045" y="7741146"/>
            <a:ext cx="3387328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@northandoak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8655546"/>
            <a:ext cx="844868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26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54962" y="8493621"/>
            <a:ext cx="3533061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northandoak.co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-4876800" y="9322296"/>
            <a:ext cx="144018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>
              <a:lnSpc>
                <a:spcPct val="100000"/>
              </a:lnSpc>
            </a:pPr>
            <a:r>
              <a:rPr sz="1650" i="0" b="1" spc="33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Julian Reyes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4876800" y="9588996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750" i="0" b="0" spc="240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CONDO &amp; LOFT SPECIALIST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250" y="15978188"/>
            <a:ext cx="1590913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22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Send a DM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57031" y="17297400"/>
            <a:ext cx="517278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6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