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181100"/>
            <a:ext cx="99060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3987552"/>
            <a:ext cx="1524000" cy="123825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400" y="3987552"/>
            <a:ext cx="1524000" cy="1238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400" y="3987552"/>
            <a:ext cx="1524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400" y="5216277"/>
            <a:ext cx="1524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38400" y="3987552"/>
            <a:ext cx="9525" cy="1238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52875" y="3987552"/>
            <a:ext cx="9525" cy="1238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3987552"/>
            <a:ext cx="1524000" cy="123825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1200" y="3987552"/>
            <a:ext cx="1524000" cy="123825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1200" y="3987552"/>
            <a:ext cx="1524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91200" y="5216277"/>
            <a:ext cx="1524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91200" y="3987552"/>
            <a:ext cx="9525" cy="1238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05675" y="3987552"/>
            <a:ext cx="9525" cy="1238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67600" y="3987552"/>
            <a:ext cx="1524000" cy="1238250"/>
          </a:xfrm>
          <a:prstGeom prst="rect">
            <a:avLst/>
          </a:prstGeom>
          <a:solidFill>
            <a:srgbClr val="24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3987552"/>
            <a:ext cx="1524000" cy="1238250"/>
          </a:xfrm>
          <a:prstGeom prst="rect">
            <a:avLst/>
          </a:prstGeom>
          <a:solidFill>
            <a:srgbClr val="8A8F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6721227"/>
            <a:ext cx="3200400" cy="1857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672122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56907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000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52875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6721227"/>
            <a:ext cx="3200400" cy="1857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672122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856907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05675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67600" y="6721227"/>
            <a:ext cx="3200400" cy="1857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67600" y="672122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67600" y="8569077"/>
            <a:ext cx="32004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7600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58475" y="6721227"/>
            <a:ext cx="9525" cy="18573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762000"/>
            <a:ext cx="241101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33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8040" y="804862"/>
            <a:ext cx="215693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02 / 03 —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571625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1876425"/>
            <a:ext cx="16230600" cy="73595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300" i="0" b="1" spc="-252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PALETTE &amp;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2802880"/>
            <a:ext cx="8572500" cy="4512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A cool ink anchor, one electric cobalt, and a bright white ground. Space Grotesk does the display and the text; Space Mono runs the numbers. Nothing decorative — every element earns its place on the grid.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3692277"/>
            <a:ext cx="162520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14161A"/>
                </a:solidFill>
                <a:latin typeface="Space Mono"/>
                <a:ea typeface="Space Mono"/>
                <a:cs typeface="Space Mono"/>
              </a:rPr>
              <a:t>COLOR · 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993" y="3692277"/>
            <a:ext cx="336661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SIX TONES · LIGHT / DARK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#14161A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Primary · headlines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384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384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Pure White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384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#FFFFFF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384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Background · cards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Cobalt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#2D5BE3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Accent only · rules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12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912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Cool Ground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912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#F4F5F7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912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Supporting · panel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76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676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Raised Ink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676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#24272E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676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Body on light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5340102"/>
            <a:ext cx="2819400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5473452"/>
            <a:ext cx="28194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Gray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566395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#8A8F99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580682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Secondary · meta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" y="6425952"/>
            <a:ext cx="224718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14161A"/>
                </a:solidFill>
                <a:latin typeface="Space Mono"/>
                <a:ea typeface="Space Mono"/>
                <a:cs typeface="Space Mono"/>
              </a:rPr>
              <a:t>TYPOGRAPHY · 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3254" y="6425952"/>
            <a:ext cx="398859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TWO FAMILIES · ALL CANVA-FREE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7275" y="7016502"/>
            <a:ext cx="4556760" cy="838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600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Aa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7275" y="8007102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SPACE GROTESK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7275" y="8149977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Display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10075" y="7016502"/>
            <a:ext cx="4556760" cy="838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600" i="0" b="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Aa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10075" y="8007102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SPACE GROTESK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10075" y="8149977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Body / Labels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62875" y="7016502"/>
            <a:ext cx="4556760" cy="762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000" i="0" b="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62875" y="8007102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SPACE MONO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62875" y="8149977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Meta / Specs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