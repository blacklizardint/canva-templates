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14287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142875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1181100"/>
            <a:ext cx="9906000" cy="9525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3987552"/>
            <a:ext cx="1524000" cy="123825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38400" y="3987552"/>
            <a:ext cx="1524000" cy="1238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8400" y="3987552"/>
            <a:ext cx="15240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38400" y="5216277"/>
            <a:ext cx="15240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38400" y="3987552"/>
            <a:ext cx="9525" cy="123825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52875" y="3987552"/>
            <a:ext cx="9525" cy="123825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3987552"/>
            <a:ext cx="1524000" cy="1238250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91200" y="3987552"/>
            <a:ext cx="1524000" cy="12382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91200" y="3987552"/>
            <a:ext cx="15240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91200" y="5216277"/>
            <a:ext cx="15240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91200" y="3987552"/>
            <a:ext cx="9525" cy="123825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05675" y="3987552"/>
            <a:ext cx="9525" cy="123825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67600" y="3987552"/>
            <a:ext cx="1524000" cy="1238250"/>
          </a:xfrm>
          <a:prstGeom prst="rect">
            <a:avLst/>
          </a:prstGeom>
          <a:solidFill>
            <a:srgbClr val="24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0" y="3987552"/>
            <a:ext cx="1524000" cy="1238250"/>
          </a:xfrm>
          <a:prstGeom prst="rect">
            <a:avLst/>
          </a:prstGeom>
          <a:solidFill>
            <a:srgbClr val="8A8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2000" y="6721227"/>
            <a:ext cx="3200400" cy="1857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2000" y="6721227"/>
            <a:ext cx="32004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2000" y="8569077"/>
            <a:ext cx="32004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2000" y="6721227"/>
            <a:ext cx="9525" cy="185737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52875" y="6721227"/>
            <a:ext cx="9525" cy="185737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6721227"/>
            <a:ext cx="3200400" cy="1857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0" y="6721227"/>
            <a:ext cx="32004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0" y="8569077"/>
            <a:ext cx="32004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0" y="6721227"/>
            <a:ext cx="9525" cy="185737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05675" y="6721227"/>
            <a:ext cx="9525" cy="185737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67600" y="6721227"/>
            <a:ext cx="3200400" cy="1857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67600" y="6721227"/>
            <a:ext cx="32004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67600" y="8569077"/>
            <a:ext cx="32004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67600" y="6721227"/>
            <a:ext cx="9525" cy="185737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658475" y="6721227"/>
            <a:ext cx="9525" cy="185737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000" y="762000"/>
            <a:ext cx="2411016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650" i="0" b="1" spc="33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North &amp; Oak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8040" y="804862"/>
            <a:ext cx="2156936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49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02 / 03 —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" y="1571625"/>
            <a:ext cx="1623060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 spc="324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THE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1876425"/>
            <a:ext cx="16230600" cy="73595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6300" i="0" b="1" spc="-252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PALETTE &amp; TYPE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000" y="2802880"/>
            <a:ext cx="8572500" cy="45124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8000"/>
              </a:lnSpc>
            </a:pPr>
            <a:r>
              <a:rPr sz="1125" i="0" b="0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A cool ink anchor, one electric cobalt, and a bright white ground. Space Grotesk does the display and the text; Space Mono runs the numbers. Nothing decorative — every element earns its place on the grid.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2000" y="3692277"/>
            <a:ext cx="1625203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115">
                <a:solidFill>
                  <a:srgbClr val="14161A"/>
                </a:solidFill>
                <a:latin typeface="Space Mono"/>
                <a:ea typeface="Space Mono"/>
                <a:cs typeface="Space Mono"/>
              </a:rPr>
              <a:t>COLOR · 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01993" y="3692277"/>
            <a:ext cx="3366611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115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SIX TONES · LIGHT / DARK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000" y="5340102"/>
            <a:ext cx="2819400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0" spc="67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000" y="5473452"/>
            <a:ext cx="2819400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25" i="0" b="1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Ink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" y="5663952"/>
            <a:ext cx="28194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#14161A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" y="5806827"/>
            <a:ext cx="28194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Primary · headlines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38400" y="5340102"/>
            <a:ext cx="2819400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0" spc="67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38400" y="5473452"/>
            <a:ext cx="2819400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25" i="0" b="1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Pure White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38400" y="5663952"/>
            <a:ext cx="28194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#FFFFFF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38400" y="5806827"/>
            <a:ext cx="28194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Background · cards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5340102"/>
            <a:ext cx="2819400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0" spc="67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0" y="5473452"/>
            <a:ext cx="2819400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25" i="0" b="1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Cobalt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5663952"/>
            <a:ext cx="28194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#2D5BE3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0" y="5806827"/>
            <a:ext cx="28194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Accent only · rules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91200" y="5340102"/>
            <a:ext cx="2819400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0" spc="67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91200" y="5473452"/>
            <a:ext cx="2819400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25" i="0" b="1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Cool Ground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91200" y="5663952"/>
            <a:ext cx="28194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#F4F5F7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91200" y="5806827"/>
            <a:ext cx="28194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Supporting · panel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67600" y="5340102"/>
            <a:ext cx="2819400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0" spc="67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05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67600" y="5473452"/>
            <a:ext cx="2819400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25" i="0" b="1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Raised Ink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67600" y="5663952"/>
            <a:ext cx="28194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#24272E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67600" y="5806827"/>
            <a:ext cx="28194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Body on light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0" y="5340102"/>
            <a:ext cx="2819400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0" spc="67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06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0" y="5473452"/>
            <a:ext cx="2819400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25" i="0" b="1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Gray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0" y="5663952"/>
            <a:ext cx="28194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#8A8F99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0" y="5806827"/>
            <a:ext cx="28194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Secondary · meta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2000" y="6425952"/>
            <a:ext cx="2247186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115">
                <a:solidFill>
                  <a:srgbClr val="14161A"/>
                </a:solidFill>
                <a:latin typeface="Space Mono"/>
                <a:ea typeface="Space Mono"/>
                <a:cs typeface="Space Mono"/>
              </a:rPr>
              <a:t>TYPOGRAPHY · 02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13254" y="6425952"/>
            <a:ext cx="3988594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115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TWO FAMILIES · ALL CANVA-FREE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7275" y="7016502"/>
            <a:ext cx="4556760" cy="838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6600" i="0" b="1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Aa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7275" y="8007102"/>
            <a:ext cx="455676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90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SPACE GROTESK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7275" y="8149977"/>
            <a:ext cx="455676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Display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10075" y="7016502"/>
            <a:ext cx="4556760" cy="838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6600" i="0" b="0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Aa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10075" y="8007102"/>
            <a:ext cx="455676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90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SPACE GROTESK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10075" y="8149977"/>
            <a:ext cx="455676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Body / Labels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62875" y="7016502"/>
            <a:ext cx="4556760" cy="762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6000" i="0" b="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01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62875" y="8007102"/>
            <a:ext cx="455676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90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SPACE MONO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62875" y="8149977"/>
            <a:ext cx="455676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Meta / Specs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