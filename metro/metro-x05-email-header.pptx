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381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3810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485900"/>
            <a:ext cx="83820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2314575"/>
            <a:ext cx="83820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485900"/>
            <a:ext cx="9525" cy="83820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5425" y="1485900"/>
            <a:ext cx="9525" cy="83820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57407" y="1719262"/>
            <a:ext cx="9525" cy="371475"/>
          </a:xfrm>
          <a:prstGeom prst="rect">
            <a:avLst/>
          </a:prstGeom>
          <a:solidFill>
            <a:srgbClr val="434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733" y="1762125"/>
            <a:ext cx="1085136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250" i="0" b="1" spc="45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5950" y="1372195"/>
            <a:ext cx="1156573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97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MONTHLY MARKET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5950" y="1610320"/>
            <a:ext cx="11565731" cy="56078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4800" i="0" b="1" spc="-192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Chicago, May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5950" y="2285405"/>
            <a:ext cx="1156573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0">
                <a:solidFill>
                  <a:srgbClr val="B8B9BA"/>
                </a:solidFill>
                <a:latin typeface="HK Grotesk"/>
                <a:ea typeface="HK Grotesk"/>
                <a:cs typeface="HK Grotesk"/>
              </a:rPr>
              <a:t>Prices up, days-on-market down — the numbers behind a fast-moving spring.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6781" y="1719262"/>
            <a:ext cx="2226469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>
              <a:lnSpc>
                <a:spcPct val="100000"/>
              </a:lnSpc>
            </a:pPr>
            <a:r>
              <a:rPr sz="1500" i="0" b="1" spc="3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6781" y="1985962"/>
            <a:ext cx="222646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ISSUE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