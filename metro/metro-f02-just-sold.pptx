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25329" y="3796010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7321" y="3796010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0632" y="785812"/>
            <a:ext cx="234838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02 · JUST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207" y="3710285"/>
            <a:ext cx="2404586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200" i="0" b="0" spc="38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JUST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9784" y="4062710"/>
            <a:ext cx="6127432" cy="147205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12600" i="0" b="1" spc="-50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Sold.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750" y="5820519"/>
            <a:ext cx="5905500" cy="5179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60000"/>
              </a:lnSpc>
            </a:pPr>
            <a:r>
              <a:rPr sz="1275" i="0" b="0">
                <a:solidFill>
                  <a:srgbClr val="24272E"/>
                </a:solidFill>
                <a:latin typeface="HK Grotesk"/>
                <a:ea typeface="HK Grotesk"/>
                <a:cs typeface="HK Grotesk"/>
              </a:rPr>
              <a:t>Another family in their dream home. Congratulations to the new owners of 1200 N Wells, 14C — wishing you many bright mornings ahead.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2958" y="6624191"/>
            <a:ext cx="486108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14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LISTED &amp; CLOSED BY JULIAN REYES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24272E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9832" y="9515475"/>
            <a:ext cx="306966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THINKING OF SELLING?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