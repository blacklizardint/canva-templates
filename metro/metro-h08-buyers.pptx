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23147" y="5991225"/>
            <a:ext cx="3325892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BUYERS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pic>
        <p:nvPicPr>
          <p:cNvPr id="8" name="Picture 7" descr="metro-h08-buyers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