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42875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181100"/>
            <a:ext cx="99060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3088630"/>
            <a:ext cx="4857750" cy="2762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088630"/>
            <a:ext cx="48577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841355"/>
            <a:ext cx="48577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8630"/>
            <a:ext cx="9525" cy="27622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10225" y="3088630"/>
            <a:ext cx="9525" cy="27622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9425" y="4126855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9425" y="4460230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9425" y="4126855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2800" y="4126855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0" y="3088630"/>
            <a:ext cx="4857750" cy="2762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0" y="3088630"/>
            <a:ext cx="48577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0" y="5841355"/>
            <a:ext cx="48577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0" y="3088630"/>
            <a:ext cx="9525" cy="27622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8475" y="3088630"/>
            <a:ext cx="9525" cy="27622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99424" y="4298305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99424" y="4631680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9424" y="4298305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2799" y="4298305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000" y="6279505"/>
            <a:ext cx="4857750" cy="276225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62250" y="7232005"/>
            <a:ext cx="85725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62250" y="8079730"/>
            <a:ext cx="85725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62250" y="7232005"/>
            <a:ext cx="9525" cy="85725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09975" y="7232005"/>
            <a:ext cx="9525" cy="85725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10250" y="6279505"/>
            <a:ext cx="4857750" cy="27622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10250" y="6279505"/>
            <a:ext cx="48577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10250" y="9032230"/>
            <a:ext cx="48577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10250" y="6279505"/>
            <a:ext cx="9525" cy="27622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58475" y="6279505"/>
            <a:ext cx="9525" cy="27622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762000"/>
            <a:ext cx="2411016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0" b="1" spc="33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7394" y="804862"/>
            <a:ext cx="2045970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03 / 03 — MARKS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1571625"/>
            <a:ext cx="16230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THE MARKS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1876425"/>
            <a:ext cx="16230600" cy="73595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300" i="0" b="1" spc="-252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LOGO LOCKUPS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5476" y="4236393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56421" y="4603105"/>
            <a:ext cx="2411016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0" b="1" spc="33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5984230"/>
            <a:ext cx="252102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01 · Primary stacked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4713" y="5984230"/>
            <a:ext cx="123705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On white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75475" y="4407843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4724" y="4355455"/>
            <a:ext cx="2595324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1" spc="36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0250" y="5984230"/>
            <a:ext cx="198596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02 · Horizontal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2963" y="5984230"/>
            <a:ext cx="123705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On white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56173" y="7508230"/>
            <a:ext cx="1132046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400" i="0" b="1" spc="48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9175105"/>
            <a:ext cx="252102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03 · Monogram on ink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8509" y="9175105"/>
            <a:ext cx="102298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On ink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8794" y="7498705"/>
            <a:ext cx="3518059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550" i="0" b="1" spc="5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0250" y="9175105"/>
            <a:ext cx="230695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04 · Wordmark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66139" y="9175105"/>
            <a:ext cx="1343978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On 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