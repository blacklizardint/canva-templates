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697611"/>
            <a:ext cx="2806601" cy="1838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4697611"/>
            <a:ext cx="2806601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526411"/>
            <a:ext cx="2806601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4697611"/>
            <a:ext cx="9525" cy="1838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9076" y="4697611"/>
            <a:ext cx="9525" cy="1838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0051" y="4697611"/>
            <a:ext cx="2806750" cy="1838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0051" y="469761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051" y="652641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0051" y="4697611"/>
            <a:ext cx="9525" cy="1838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275" y="4697611"/>
            <a:ext cx="9525" cy="1838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18250" y="4697611"/>
            <a:ext cx="2806750" cy="1838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18250" y="469761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18250" y="652641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18250" y="4697611"/>
            <a:ext cx="9525" cy="1838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4697611"/>
            <a:ext cx="9525" cy="1838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710743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573" y="938212"/>
            <a:ext cx="333208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03 · OPEN 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857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162300"/>
            <a:ext cx="14401800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250" i="0" b="1" spc="-33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Open House.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255240" y="4992886"/>
            <a:ext cx="4841081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255240" y="6135886"/>
            <a:ext cx="48410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2766" y="499288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2766" y="6135886"/>
            <a:ext cx="48413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00966" y="499288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966" y="6135886"/>
            <a:ext cx="48413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7440811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THE ADDRESS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7659886"/>
            <a:ext cx="14401800" cy="476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300" i="0" b="1" spc="-33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8212336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River North, Chicago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8555236"/>
            <a:ext cx="144018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Sunday · 12—3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15978188"/>
            <a:ext cx="1914287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