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4792861"/>
            <a:ext cx="2806601" cy="1914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4792861"/>
            <a:ext cx="2806601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697861"/>
            <a:ext cx="2806601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4792861"/>
            <a:ext cx="9525" cy="1914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9076" y="4792861"/>
            <a:ext cx="9525" cy="1914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0051" y="4792861"/>
            <a:ext cx="2806750" cy="1914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0051" y="479286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051" y="669786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0051" y="4792861"/>
            <a:ext cx="9525" cy="1914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275" y="4792861"/>
            <a:ext cx="9525" cy="1914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18250" y="4792861"/>
            <a:ext cx="2806750" cy="1914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18250" y="479286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18250" y="6697861"/>
            <a:ext cx="28067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18250" y="4792861"/>
            <a:ext cx="9525" cy="1914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4792861"/>
            <a:ext cx="9525" cy="1914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727888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525750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525750"/>
            <a:ext cx="9525" cy="857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15475" y="15525750"/>
            <a:ext cx="9525" cy="857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1566" y="15907229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036" y="900112"/>
            <a:ext cx="5102542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03 · OPEN 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85750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0" spc="47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257550"/>
            <a:ext cx="14401800" cy="96381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250" i="0" b="1" spc="-33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Open House.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255240" y="5088136"/>
            <a:ext cx="4841081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255240" y="6231136"/>
            <a:ext cx="4841081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2766" y="508813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22766" y="6231136"/>
            <a:ext cx="48413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00966" y="5088136"/>
            <a:ext cx="4841319" cy="1028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9000" i="0" b="1" spc="-36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966" y="6231136"/>
            <a:ext cx="48413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7612261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THE ADDRESS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7907536"/>
            <a:ext cx="14401800" cy="476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300" i="0" b="1" spc="-33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8459986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River North, Chicago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8802886"/>
            <a:ext cx="144018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Sunday · 12—3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14450" y="15825788"/>
            <a:ext cx="2732246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3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1125" y="15821025"/>
            <a:ext cx="685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8041" y="17249775"/>
            <a:ext cx="73509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