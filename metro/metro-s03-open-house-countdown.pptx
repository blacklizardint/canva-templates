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762000"/>
            <a:ext cx="4572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209675"/>
            <a:ext cx="457200" cy="9525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762000"/>
            <a:ext cx="9525" cy="4572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9675" y="762000"/>
            <a:ext cx="9525" cy="457200"/>
          </a:xfrm>
          <a:prstGeom prst="rect">
            <a:avLst/>
          </a:prstGeom>
          <a:solidFill>
            <a:srgbClr val="14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4697611"/>
            <a:ext cx="2806601" cy="1838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000" y="4697611"/>
            <a:ext cx="2806601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2000" y="6526411"/>
            <a:ext cx="2806601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000" y="4697611"/>
            <a:ext cx="9525" cy="18383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59076" y="4697611"/>
            <a:ext cx="9525" cy="18383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40051" y="4697611"/>
            <a:ext cx="2806750" cy="1838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740051" y="4697611"/>
            <a:ext cx="280675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40051" y="6526411"/>
            <a:ext cx="280675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740051" y="4697611"/>
            <a:ext cx="9525" cy="18383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37275" y="4697611"/>
            <a:ext cx="9525" cy="18383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18250" y="4697611"/>
            <a:ext cx="2806750" cy="18383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718250" y="4697611"/>
            <a:ext cx="280675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718250" y="6526411"/>
            <a:ext cx="280675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718250" y="4697611"/>
            <a:ext cx="9525" cy="18383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515475" y="4697611"/>
            <a:ext cx="9525" cy="18383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2000" y="7107436"/>
            <a:ext cx="8763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2000" y="15735300"/>
            <a:ext cx="8763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62000" y="16373475"/>
            <a:ext cx="8763000" cy="9525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62000" y="15735300"/>
            <a:ext cx="9525" cy="6477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515475" y="15735300"/>
            <a:ext cx="9525" cy="647700"/>
          </a:xfrm>
          <a:prstGeom prst="rect">
            <a:avLst/>
          </a:prstGeom>
          <a:solidFill>
            <a:srgbClr val="DDDF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24416" y="16012004"/>
            <a:ext cx="94293" cy="94292"/>
          </a:xfrm>
          <a:prstGeom prst="rect">
            <a:avLst/>
          </a:prstGeom>
          <a:solidFill>
            <a:srgbClr val="2D5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3175" y="914400"/>
            <a:ext cx="756523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200" i="0" b="1" spc="24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NO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573" y="938212"/>
            <a:ext cx="3332083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STORY 03 · OPEN HOUSE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2857500"/>
            <a:ext cx="144018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 spc="324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YOU’RE INVITED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000" y="3162300"/>
            <a:ext cx="14401800" cy="963811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8250" i="0" b="1" spc="-330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Open House.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-255240" y="4992886"/>
            <a:ext cx="4841081" cy="10287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0000"/>
              </a:lnSpc>
            </a:pPr>
            <a:r>
              <a:rPr sz="9000" i="0" b="1" spc="-360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-255240" y="6135886"/>
            <a:ext cx="4841081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750" i="0" b="0" spc="24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DAYS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22766" y="4992886"/>
            <a:ext cx="4841319" cy="10287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0000"/>
              </a:lnSpc>
            </a:pPr>
            <a:r>
              <a:rPr sz="9000" i="0" b="1" spc="-360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22766" y="6135886"/>
            <a:ext cx="4841319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750" i="0" b="0" spc="24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HOURS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00966" y="4992886"/>
            <a:ext cx="4841319" cy="10287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0000"/>
              </a:lnSpc>
            </a:pPr>
            <a:r>
              <a:rPr sz="9000" i="0" b="1" spc="-360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00966" y="6135886"/>
            <a:ext cx="4841319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750" i="0" b="0" spc="240">
                <a:solidFill>
                  <a:srgbClr val="2D5BE3"/>
                </a:solidFill>
                <a:latin typeface="Space Mono"/>
                <a:ea typeface="Space Mono"/>
                <a:cs typeface="Space Mono"/>
              </a:rPr>
              <a:t>MINUTES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2000" y="7440811"/>
            <a:ext cx="14401800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240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THE ADDRESS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2000" y="7659886"/>
            <a:ext cx="14401800" cy="4762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3300" i="0" b="1" spc="-33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1200 N Wells, 14C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2000" y="8212336"/>
            <a:ext cx="14401800" cy="171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200" i="0" b="0">
                <a:solidFill>
                  <a:srgbClr val="8A8F99"/>
                </a:solidFill>
                <a:latin typeface="HK Grotesk"/>
                <a:ea typeface="HK Grotesk"/>
                <a:cs typeface="HK Grotesk"/>
              </a:rPr>
              <a:t>River North, Chicago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000" y="8555236"/>
            <a:ext cx="14401800" cy="3048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2100" i="0" b="1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Sunday · 12—3 PM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8250" y="15978188"/>
            <a:ext cx="1914287" cy="1619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125" i="0" b="1" spc="22">
                <a:solidFill>
                  <a:srgbClr val="14161A"/>
                </a:solidFill>
                <a:latin typeface="HK Grotesk"/>
                <a:ea typeface="HK Grotesk"/>
                <a:cs typeface="HK Grotesk"/>
              </a:rPr>
              <a:t>Save the 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05900" y="15954375"/>
            <a:ext cx="609600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350" i="0" b="0">
                <a:solidFill>
                  <a:srgbClr val="2D5BE3"/>
                </a:solidFill>
                <a:latin typeface="HK Grotesk"/>
                <a:ea typeface="HK Grotesk"/>
                <a:cs typeface="HK Grotesk"/>
              </a:rPr>
              <a:t>↗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57031" y="17297400"/>
            <a:ext cx="5172789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0" spc="264">
                <a:solidFill>
                  <a:srgbClr val="8A8F99"/>
                </a:solidFill>
                <a:latin typeface="Space Mono"/>
                <a:ea typeface="Space Mono"/>
                <a:cs typeface="Space Mono"/>
              </a:rPr>
              <a:t>@NORTHANDOAK  ◆  NORTHANDOAK.CO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