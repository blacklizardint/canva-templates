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4802386"/>
            <a:ext cx="2806601" cy="1943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4802386"/>
            <a:ext cx="2806601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735961"/>
            <a:ext cx="2806601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4802386"/>
            <a:ext cx="9525" cy="19431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59076" y="4802386"/>
            <a:ext cx="9525" cy="19431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0051" y="4802386"/>
            <a:ext cx="2806750" cy="1943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0051" y="4802386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051" y="6735961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0051" y="4802386"/>
            <a:ext cx="9525" cy="19431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275" y="4802386"/>
            <a:ext cx="9525" cy="19431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18250" y="4802386"/>
            <a:ext cx="2806750" cy="1943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18250" y="4802386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18250" y="6735961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18250" y="4802386"/>
            <a:ext cx="9525" cy="19431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4802386"/>
            <a:ext cx="9525" cy="19431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731698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547812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15478125"/>
            <a:ext cx="9525" cy="9048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15475" y="15478125"/>
            <a:ext cx="9525" cy="9048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1566" y="15883417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148" y="900112"/>
            <a:ext cx="827008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1" spc="28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20693" y="885825"/>
            <a:ext cx="598789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STORY 03 · OPEN 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2857500"/>
            <a:ext cx="144018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462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YOU’RE INVITED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267075"/>
            <a:ext cx="14401800" cy="96381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250" i="0" b="1" spc="-33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Open House.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-255240" y="5097661"/>
            <a:ext cx="4841081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36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255240" y="6240661"/>
            <a:ext cx="484108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22766" y="5097661"/>
            <a:ext cx="4841319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36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22766" y="6240661"/>
            <a:ext cx="484131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HOURS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00966" y="5097661"/>
            <a:ext cx="4841319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36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0966" y="6240661"/>
            <a:ext cx="484131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MINUTES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7650361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THE ADDRESS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" y="7974211"/>
            <a:ext cx="14401800" cy="476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300" i="0" b="1" spc="-33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1200 N Wells, 14C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8526661"/>
            <a:ext cx="144018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River North, Chicago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8917186"/>
            <a:ext cx="1440180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Sunday · 12—3 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14450" y="15782925"/>
            <a:ext cx="3141107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4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Save the date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2550" y="1577340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626" y="17221200"/>
            <a:ext cx="865774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