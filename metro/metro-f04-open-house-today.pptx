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441204"/>
            <a:ext cx="2449860" cy="381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441204"/>
            <a:ext cx="244986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3812679"/>
            <a:ext cx="244986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3441204"/>
            <a:ext cx="9525" cy="381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7085" y="3441204"/>
            <a:ext cx="9525" cy="381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2016" y="3584558"/>
            <a:ext cx="94293" cy="942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7051" y="3584558"/>
            <a:ext cx="94293" cy="942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5823" y="785812"/>
            <a:ext cx="333208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04 · OPEN HOUSE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3565029"/>
            <a:ext cx="3020616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OPEN HOUSE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069854"/>
            <a:ext cx="14706600" cy="15597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13350" i="0" b="1" spc="-534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Today.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820073"/>
            <a:ext cx="4602480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0000"/>
              </a:lnSpc>
            </a:pPr>
            <a:r>
              <a:rPr sz="6000" i="0" b="1" spc="-18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1—4PM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2375" y="5924848"/>
            <a:ext cx="3929777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1" spc="-2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1200 N Wells, 14C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2375" y="6286798"/>
            <a:ext cx="3929777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47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RIVER NORTH, CHICAGO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6791623"/>
            <a:ext cx="10744200" cy="22562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8000"/>
              </a:lnSpc>
            </a:pPr>
            <a:r>
              <a:rPr sz="1125" i="0" b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See it before it’s gone. Coffee on, doorman waiting.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24272E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8000" y="9515475"/>
            <a:ext cx="212859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SEE YOU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