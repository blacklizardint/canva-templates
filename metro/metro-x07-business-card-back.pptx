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81525" y="1824930"/>
            <a:ext cx="8382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81525" y="2653605"/>
            <a:ext cx="8382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81525" y="1824930"/>
            <a:ext cx="9525" cy="8382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0200" y="1824930"/>
            <a:ext cx="9525" cy="8382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4875" y="3451771"/>
            <a:ext cx="5715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7983" y="2101155"/>
            <a:ext cx="1085136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2250" i="0" b="1" spc="45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5917" y="2891730"/>
            <a:ext cx="3669268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3000" i="0" b="1" spc="-12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8324" y="3670846"/>
            <a:ext cx="3244453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00" i="0" b="0">
                <a:solidFill>
                  <a:srgbClr val="C4C5C6"/>
                </a:solidFill>
                <a:latin typeface="HK Grotesk"/>
                <a:ea typeface="HK Grotesk"/>
                <a:cs typeface="HK Grotesk"/>
              </a:rPr>
              <a:t>Your place in the 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5153025"/>
            <a:ext cx="192690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CHICAGO, 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4425" y="5153025"/>
            <a:ext cx="164592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EST.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