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0125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01250" cy="5715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81525" y="1824930"/>
            <a:ext cx="83820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81525" y="2653605"/>
            <a:ext cx="83820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81525" y="1824930"/>
            <a:ext cx="9525" cy="83820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10200" y="1824930"/>
            <a:ext cx="9525" cy="83820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14875" y="3451771"/>
            <a:ext cx="57150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57983" y="2101155"/>
            <a:ext cx="1085136" cy="2857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2250" i="0" b="1" spc="45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5917" y="2891730"/>
            <a:ext cx="3669268" cy="35049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3000" i="0" b="1" spc="-12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8324" y="3670846"/>
            <a:ext cx="3244453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500" i="0" b="0">
                <a:solidFill>
                  <a:srgbClr val="C4C5C6"/>
                </a:solidFill>
                <a:latin typeface="Space Grotesk"/>
                <a:ea typeface="Space Grotesk"/>
                <a:cs typeface="Space Grotesk"/>
              </a:rPr>
              <a:t>Your place in the city.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250" y="5153025"/>
            <a:ext cx="1926908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CHICAGO, 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4425" y="5153025"/>
            <a:ext cx="164592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EST. 2019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