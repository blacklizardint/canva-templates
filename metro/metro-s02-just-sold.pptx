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36070" y="5419725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36580" y="5419725"/>
            <a:ext cx="51435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735300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15475" y="15735300"/>
            <a:ext cx="9525" cy="647700"/>
          </a:xfrm>
          <a:prstGeom prst="rect">
            <a:avLst/>
          </a:prstGeom>
          <a:solidFill>
            <a:srgbClr val="4F5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24416" y="16012004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FFFFFF"/>
                </a:solidFill>
                <a:latin typeface="HK Grotesk"/>
                <a:ea typeface="HK Grotesk"/>
                <a:cs typeface="HK Grotesk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8382" y="938212"/>
            <a:ext cx="319158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STORY 02 · JUST SOLD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8392" y="5334000"/>
            <a:ext cx="1730216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CLOSED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2057400" y="5800725"/>
            <a:ext cx="14401800" cy="24535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2000"/>
              </a:lnSpc>
            </a:pPr>
            <a:r>
              <a:rPr sz="21000" i="0" b="1" spc="-840">
                <a:solidFill>
                  <a:srgbClr val="FFFFFF"/>
                </a:solidFill>
                <a:latin typeface="HK Grotesk"/>
                <a:ea typeface="HK Grotesk"/>
                <a:cs typeface="HK Grotesk"/>
              </a:rPr>
              <a:t>SOLD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8349555"/>
            <a:ext cx="14401800" cy="34974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2000"/>
              </a:lnSpc>
            </a:pPr>
            <a:r>
              <a:rPr sz="2700" i="0" b="1" spc="-54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Over asking. Closed in 18 days.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" y="9023152"/>
            <a:ext cx="10134600" cy="25896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60000"/>
              </a:lnSpc>
            </a:pPr>
            <a:r>
              <a:rPr sz="1275" i="0" b="0">
                <a:solidFill>
                  <a:srgbClr val="D9DADA"/>
                </a:solidFill>
                <a:latin typeface="HK Grotesk"/>
                <a:ea typeface="HK Grotesk"/>
                <a:cs typeface="HK Grotesk"/>
              </a:rPr>
              <a:t>Congratulations to the new owners of 1200 N Wells, 14C.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-2057400" y="9567862"/>
            <a:ext cx="14401800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40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LISTED &amp; CLOSED BY JULIAN REYES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8250" y="15978188"/>
            <a:ext cx="2631519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1" spc="22">
                <a:solidFill>
                  <a:srgbClr val="FFFFFF"/>
                </a:solidFill>
                <a:latin typeface="HK Grotesk"/>
                <a:ea typeface="HK Grotesk"/>
                <a:cs typeface="HK Grotesk"/>
              </a:rPr>
              <a:t>Thinking of selling?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5900" y="15954375"/>
            <a:ext cx="609600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350" i="0" b="0">
                <a:solidFill>
                  <a:srgbClr val="2D5BE3"/>
                </a:solidFill>
                <a:latin typeface="HK Grotesk"/>
                <a:ea typeface="HK Grotesk"/>
                <a:cs typeface="HK Grotesk"/>
              </a:rPr>
              <a:t>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7031" y="17297400"/>
            <a:ext cx="5172789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6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