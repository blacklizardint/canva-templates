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762000"/>
            <a:ext cx="457200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1209675"/>
            <a:ext cx="457200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762000"/>
            <a:ext cx="952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09675" y="762000"/>
            <a:ext cx="952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036070" y="5419725"/>
            <a:ext cx="514350" cy="9525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736580" y="5419725"/>
            <a:ext cx="514350" cy="9525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15735300"/>
            <a:ext cx="8763000" cy="9525"/>
          </a:xfrm>
          <a:prstGeom prst="rect">
            <a:avLst/>
          </a:prstGeom>
          <a:solidFill>
            <a:srgbClr val="4F5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000" y="16373475"/>
            <a:ext cx="8763000" cy="9525"/>
          </a:xfrm>
          <a:prstGeom prst="rect">
            <a:avLst/>
          </a:prstGeom>
          <a:solidFill>
            <a:srgbClr val="4F5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2000" y="15735300"/>
            <a:ext cx="9525" cy="647700"/>
          </a:xfrm>
          <a:prstGeom prst="rect">
            <a:avLst/>
          </a:prstGeom>
          <a:solidFill>
            <a:srgbClr val="4F5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515475" y="15735300"/>
            <a:ext cx="9525" cy="647700"/>
          </a:xfrm>
          <a:prstGeom prst="rect">
            <a:avLst/>
          </a:prstGeom>
          <a:solidFill>
            <a:srgbClr val="4F5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24416" y="16012004"/>
            <a:ext cx="94293" cy="94292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3175" y="914400"/>
            <a:ext cx="756523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200" i="0" b="1" spc="24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68382" y="938212"/>
            <a:ext cx="3191589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240">
                <a:solidFill>
                  <a:srgbClr val="A1A2A3"/>
                </a:solidFill>
                <a:latin typeface="Space Mono"/>
                <a:ea typeface="Space Mono"/>
                <a:cs typeface="Space Mono"/>
              </a:rPr>
              <a:t>STORY 02 · JUST SOLD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78392" y="5334000"/>
            <a:ext cx="1730216" cy="1809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200" i="0" b="0" spc="384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CLOSED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-2057400" y="5800725"/>
            <a:ext cx="14401800" cy="245358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92000"/>
              </a:lnSpc>
            </a:pPr>
            <a:r>
              <a:rPr sz="21000" i="0" b="1" spc="-840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SOLD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-2057400" y="8349555"/>
            <a:ext cx="14401800" cy="34974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102000"/>
              </a:lnSpc>
            </a:pPr>
            <a:r>
              <a:rPr sz="2700" i="0" b="1" spc="-54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Over asking. Closed in 18 days.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" y="9023152"/>
            <a:ext cx="10134600" cy="258961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160000"/>
              </a:lnSpc>
            </a:pPr>
            <a:r>
              <a:rPr sz="1275" i="0" b="0">
                <a:solidFill>
                  <a:srgbClr val="D9DADA"/>
                </a:solidFill>
                <a:latin typeface="Space Grotesk"/>
                <a:ea typeface="Space Grotesk"/>
                <a:cs typeface="Space Grotesk"/>
              </a:rPr>
              <a:t>Congratulations to the new owners of 1200 N Wells, 14C.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-2057400" y="9567862"/>
            <a:ext cx="14401800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750" i="0" b="0" spc="240">
                <a:solidFill>
                  <a:srgbClr val="B8B9BA"/>
                </a:solidFill>
                <a:latin typeface="Space Mono"/>
                <a:ea typeface="Space Mono"/>
                <a:cs typeface="Space Mono"/>
              </a:rPr>
              <a:t>LISTED &amp; CLOSED BY JULIAN REYES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8250" y="15978188"/>
            <a:ext cx="2631519" cy="1619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125" i="0" b="1" spc="22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Thinking of selling?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05900" y="15954375"/>
            <a:ext cx="609600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350" i="0" b="0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57031" y="17297400"/>
            <a:ext cx="5172789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825" i="0" b="0" spc="264">
                <a:solidFill>
                  <a:srgbClr val="B8B9BA"/>
                </a:solidFill>
                <a:latin typeface="Space Mono"/>
                <a:ea typeface="Space Mono"/>
                <a:cs typeface="Space Mono"/>
              </a:rPr>
              <a:t>@NORTHANDOAK  ◆  NORTHANDOAK.CO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