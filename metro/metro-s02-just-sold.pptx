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036070" y="5419725"/>
            <a:ext cx="51435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36580" y="5419725"/>
            <a:ext cx="51435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5525750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5525750"/>
            <a:ext cx="9525" cy="857250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515475" y="15525750"/>
            <a:ext cx="9525" cy="857250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1566" y="15907229"/>
            <a:ext cx="94293" cy="9429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3175" y="914400"/>
            <a:ext cx="756523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i="0" b="1" spc="24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14530" y="900112"/>
            <a:ext cx="4877752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0" spc="384">
                <a:solidFill>
                  <a:srgbClr val="A1A2A3"/>
                </a:solidFill>
                <a:latin typeface="Space Mono"/>
                <a:ea typeface="Space Mono"/>
                <a:cs typeface="Space Mono"/>
              </a:rPr>
              <a:t>STORY 02 · JUST SOLD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8392" y="5334000"/>
            <a:ext cx="1730216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38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CLOSED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2057400" y="5800725"/>
            <a:ext cx="14401800" cy="245358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2000"/>
              </a:lnSpc>
            </a:pPr>
            <a:r>
              <a:rPr sz="21000" i="0" b="1" spc="-84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SOLD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2057400" y="8349555"/>
            <a:ext cx="14401800" cy="34974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2000"/>
              </a:lnSpc>
            </a:pPr>
            <a:r>
              <a:rPr sz="2700" i="0" b="1" spc="-54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Over asking. Closed in 18 days.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838200" y="9080302"/>
            <a:ext cx="11963400" cy="39618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60000"/>
              </a:lnSpc>
            </a:pPr>
            <a:r>
              <a:rPr sz="1950" i="0" b="0">
                <a:solidFill>
                  <a:srgbClr val="D9DADA"/>
                </a:solidFill>
                <a:latin typeface="Space Grotesk"/>
                <a:ea typeface="Space Grotesk"/>
                <a:cs typeface="Space Grotesk"/>
              </a:rPr>
              <a:t>Congratulations to the new owners of 1200 N Wells, 14C.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-2057400" y="9819382"/>
            <a:ext cx="14401800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384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LISTED &amp; CLOSED BY JULIAN REYES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4450" y="15825788"/>
            <a:ext cx="3831669" cy="2571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725" i="0" b="1" spc="34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Thinking of selling?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1125" y="15821025"/>
            <a:ext cx="685800" cy="266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800" i="0" b="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8041" y="17249775"/>
            <a:ext cx="7350919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384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@NORTHANDOAK  ◆  NORTHANDOAK.CO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