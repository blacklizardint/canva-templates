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57042" y="5434012"/>
            <a:ext cx="51435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5608" y="5434012"/>
            <a:ext cx="514350" cy="9525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5478125"/>
            <a:ext cx="8763000" cy="952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5478125"/>
            <a:ext cx="9525" cy="90487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15475" y="15478125"/>
            <a:ext cx="9525" cy="904875"/>
          </a:xfrm>
          <a:prstGeom prst="rect">
            <a:avLst/>
          </a:prstGeom>
          <a:solidFill>
            <a:srgbClr val="4F5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81566" y="15883417"/>
            <a:ext cx="94293" cy="9429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1148" y="900112"/>
            <a:ext cx="827008" cy="1809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425" i="0" b="1" spc="28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7529" y="885825"/>
            <a:ext cx="5720953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425" i="0" b="0" spc="456">
                <a:solidFill>
                  <a:srgbClr val="A1A2A3"/>
                </a:solidFill>
                <a:latin typeface="Space Mono"/>
                <a:ea typeface="Space Mono"/>
                <a:cs typeface="Space Mono"/>
              </a:rPr>
              <a:t>STORY 02 · JUST SOLD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948" y="5334000"/>
            <a:ext cx="1983105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0" spc="456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CLOSED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057400" y="5829300"/>
            <a:ext cx="14401800" cy="245358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21000" i="0" b="1" spc="-84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057400" y="8378130"/>
            <a:ext cx="14401800" cy="349746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2000"/>
              </a:lnSpc>
            </a:pPr>
            <a:r>
              <a:rPr sz="2700" i="0" b="1" spc="-54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Over asking. Closed in 18 days.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-838200" y="9108877"/>
            <a:ext cx="11963400" cy="4266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60000"/>
              </a:lnSpc>
            </a:pPr>
            <a:r>
              <a:rPr sz="2100" i="0" b="0">
                <a:solidFill>
                  <a:srgbClr val="D9DADA"/>
                </a:solidFill>
                <a:latin typeface="Space Grotesk"/>
                <a:ea typeface="Space Grotesk"/>
                <a:cs typeface="Space Grotesk"/>
              </a:rPr>
              <a:t>Congratulations to the new owners of 1200 N Wells, 14C.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2057400" y="9878467"/>
            <a:ext cx="144018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0" spc="456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LISTED &amp; CLOSED BY JULIAN REYES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4450" y="15782925"/>
            <a:ext cx="4431744" cy="295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025" i="0" b="1" spc="40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Thinking of selling?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2550" y="15773400"/>
            <a:ext cx="731520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0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4626" y="17221200"/>
            <a:ext cx="8657749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425" i="0" b="0" spc="456">
                <a:solidFill>
                  <a:srgbClr val="B8B9BA"/>
                </a:solidFill>
                <a:latin typeface="Space Mono"/>
                <a:ea typeface="Space Mono"/>
                <a:cs typeface="Space Mono"/>
              </a:rPr>
              <a:t>@NORTHANDOAK  ◆  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