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2727186"/>
            <a:ext cx="8763000" cy="9525"/>
          </a:xfrm>
          <a:prstGeom prst="rect">
            <a:avLst/>
          </a:prstGeom>
          <a:solidFill>
            <a:srgbClr val="3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3271897"/>
            <a:ext cx="8763000" cy="9525"/>
          </a:xfrm>
          <a:prstGeom prst="rect">
            <a:avLst/>
          </a:prstGeom>
          <a:solidFill>
            <a:srgbClr val="3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816608"/>
            <a:ext cx="8763000" cy="9525"/>
          </a:xfrm>
          <a:prstGeom prst="rect">
            <a:avLst/>
          </a:prstGeom>
          <a:solidFill>
            <a:srgbClr val="3A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12344400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664" y="12344400"/>
            <a:ext cx="5626179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Chef’s kitchen with a quartz waterfall island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2889111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6664" y="12889111"/>
            <a:ext cx="4893945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Floor-to-ceiling glazing, skyline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3433822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6664" y="13433822"/>
            <a:ext cx="4635103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Private balcony and skyline terrace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15978188"/>
            <a:ext cx="1994773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2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See all photos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7031" y="17297400"/>
            <a:ext cx="517278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  <p:pic>
        <p:nvPicPr>
          <p:cNvPr id="20" name="Picture 19" descr="metro-s07-listing-highligh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52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