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3068300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954125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4839950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2420600"/>
            <a:ext cx="105918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7312" y="12420600"/>
            <a:ext cx="10579894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Chef’s kitchen with a quartz waterfall island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3306425"/>
            <a:ext cx="105918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7312" y="13306425"/>
            <a:ext cx="9155906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Floor-to-ceiling glazing, skyline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4192250"/>
            <a:ext cx="105918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7312" y="14192250"/>
            <a:ext cx="8652986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Private balcony and skyline terrace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15782925"/>
            <a:ext cx="3285887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See all photos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20" name="Picture 19" descr="metro-s07-listing-highligh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