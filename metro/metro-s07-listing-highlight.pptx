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3009215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835955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4662696"/>
            <a:ext cx="8763000" cy="9525"/>
          </a:xfrm>
          <a:prstGeom prst="rect">
            <a:avLst/>
          </a:prstGeom>
          <a:solidFill>
            <a:srgbClr val="3A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552575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15475" y="15525750"/>
            <a:ext cx="9525" cy="85725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81566" y="15907229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2401550"/>
            <a:ext cx="1025366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6179" y="12401550"/>
            <a:ext cx="9122807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Chef’s kitchen with a quartz waterfall island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3228290"/>
            <a:ext cx="1025366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6179" y="13228290"/>
            <a:ext cx="7902416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Floor-to-ceiling glazing, skyline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4055030"/>
            <a:ext cx="1025366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6179" y="14055030"/>
            <a:ext cx="7471172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Private balcony and skyline terrace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15825788"/>
            <a:ext cx="2855595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3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See all photos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1125" y="15821025"/>
            <a:ext cx="685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8041" y="17249775"/>
            <a:ext cx="73509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20" name="Picture 19" descr="metro-s07-listing-highligh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