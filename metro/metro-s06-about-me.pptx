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762000"/>
            <a:ext cx="457200" cy="9525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1209675"/>
            <a:ext cx="457200" cy="9525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762000"/>
            <a:ext cx="9525" cy="4572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09675" y="762000"/>
            <a:ext cx="9525" cy="4572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8680847"/>
            <a:ext cx="87630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9409509"/>
            <a:ext cx="87630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10138172"/>
            <a:ext cx="87630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000" y="15735300"/>
            <a:ext cx="87630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2000" y="16373475"/>
            <a:ext cx="87630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2000" y="15735300"/>
            <a:ext cx="9525" cy="64770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515475" y="15735300"/>
            <a:ext cx="9525" cy="64770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24416" y="16012004"/>
            <a:ext cx="94293" cy="94292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175" y="914400"/>
            <a:ext cx="756523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200" i="0" b="1" spc="24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765" y="938212"/>
            <a:ext cx="2629376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40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STORY 06 · ABOUT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2057400" y="6477000"/>
            <a:ext cx="14401800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900" i="0" b="0" spc="324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MEET YOUR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2057400" y="6743700"/>
            <a:ext cx="14401800" cy="56078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92000"/>
              </a:lnSpc>
            </a:pPr>
            <a:r>
              <a:rPr sz="4800" i="0" b="1" spc="-192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Julian Reyes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-2057400" y="7418784"/>
            <a:ext cx="144018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750" i="0" b="0" spc="240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CONDO &amp; LOFT SPECIALIST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8114109"/>
            <a:ext cx="754142" cy="23038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0000"/>
              </a:lnSpc>
            </a:pPr>
            <a:r>
              <a:rPr sz="1650" i="0" b="1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6664" y="8114109"/>
            <a:ext cx="3277552" cy="2000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50" i="0" b="1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Eight years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6664" y="8342709"/>
            <a:ext cx="3277552" cy="18573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50000"/>
              </a:lnSpc>
            </a:pPr>
            <a:r>
              <a:rPr sz="975" i="0" b="0">
                <a:solidFill>
                  <a:srgbClr val="8A8F99"/>
                </a:solidFill>
                <a:latin typeface="HK Grotesk"/>
                <a:ea typeface="HK Grotesk"/>
                <a:cs typeface="HK Grotesk"/>
              </a:rPr>
              <a:t>selling condos across downtown.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8842772"/>
            <a:ext cx="754142" cy="23038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0000"/>
              </a:lnSpc>
            </a:pPr>
            <a:r>
              <a:rPr sz="1650" i="0" b="1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6664" y="8842772"/>
            <a:ext cx="3101102" cy="2000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50" i="0" b="1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Top 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6664" y="9071372"/>
            <a:ext cx="3101102" cy="18573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50000"/>
              </a:lnSpc>
            </a:pPr>
            <a:r>
              <a:rPr sz="975" i="0" b="0">
                <a:solidFill>
                  <a:srgbClr val="8A8F99"/>
                </a:solidFill>
                <a:latin typeface="HK Grotesk"/>
                <a:ea typeface="HK Grotesk"/>
                <a:cs typeface="HK Grotesk"/>
              </a:rPr>
              <a:t>of agents in the city by volume.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9571434"/>
            <a:ext cx="754142" cy="23038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0000"/>
              </a:lnSpc>
            </a:pPr>
            <a:r>
              <a:rPr sz="1650" i="0" b="1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6664" y="9571434"/>
            <a:ext cx="3310652" cy="2000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50" i="0" b="1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Lifelong local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6664" y="9800034"/>
            <a:ext cx="3310652" cy="18573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50000"/>
              </a:lnSpc>
            </a:pPr>
            <a:r>
              <a:rPr sz="975" i="0" b="0">
                <a:solidFill>
                  <a:srgbClr val="8A8F99"/>
                </a:solidFill>
                <a:latin typeface="HK Grotesk"/>
                <a:ea typeface="HK Grotesk"/>
                <a:cs typeface="HK Grotesk"/>
              </a:rPr>
              <a:t>who actually knows the buildings.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8250" y="15978188"/>
            <a:ext cx="2164080" cy="161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25" i="0" b="1" spc="22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Follow for more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05900" y="15954375"/>
            <a:ext cx="609600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50" i="0" b="0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57031" y="17297400"/>
            <a:ext cx="5172789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825" i="0" b="0" spc="264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@NORTHANDOAK  ◆  NORTHANDOAK.CO</a:t>
            </a:r>
          </a:p>
        </p:txBody>
      </p:sp>
      <p:pic>
        <p:nvPicPr>
          <p:cNvPr id="32" name="Picture 31" descr="metro-s06-about-me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667000"/>
            <a:ext cx="3429000" cy="3429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