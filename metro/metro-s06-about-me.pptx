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0056019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1237119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2418219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1148" y="900112"/>
            <a:ext cx="8270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1" spc="28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5023" y="885825"/>
            <a:ext cx="4652962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6934200"/>
            <a:ext cx="144018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6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MEET YOUR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7324725"/>
            <a:ext cx="14401800" cy="6834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5850" i="0" b="1" spc="-23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2057400" y="8141494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9113044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7312" y="9113044"/>
            <a:ext cx="4837033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Eight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7312" y="9551194"/>
            <a:ext cx="4837033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selling condos across downtown.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0294144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7312" y="10294144"/>
            <a:ext cx="456580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7312" y="10732294"/>
            <a:ext cx="4565809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of agents in the city by volume.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1475244"/>
            <a:ext cx="105918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7312" y="11475244"/>
            <a:ext cx="4887992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Lifelong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7312" y="11913394"/>
            <a:ext cx="4887992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who actually knows the buildings.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4450" y="15782925"/>
            <a:ext cx="3590687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32" name="Picture 31" descr="metro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286000"/>
            <a:ext cx="4191000" cy="419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