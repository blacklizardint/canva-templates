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8680847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9409509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0138172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3175" y="914400"/>
            <a:ext cx="75652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i="0" b="1" spc="2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9765" y="938212"/>
            <a:ext cx="2629376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STORY 06 · ABOUT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2057400" y="6477000"/>
            <a:ext cx="144018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0" spc="32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MEET YOUR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2057400" y="6743700"/>
            <a:ext cx="14401800" cy="56078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4800" i="0" b="1" spc="-192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Julian Reyes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2057400" y="7418784"/>
            <a:ext cx="144018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4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CONDO &amp; LOFT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8114109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6664" y="8114109"/>
            <a:ext cx="3277552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Eight years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6664" y="8342709"/>
            <a:ext cx="3277552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selling condos across downtown.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8842772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6664" y="8842772"/>
            <a:ext cx="3101102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Top 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6664" y="9071372"/>
            <a:ext cx="3101102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of agents in the city by volume.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9571434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6664" y="9571434"/>
            <a:ext cx="3310652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Lifelong local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6664" y="9800034"/>
            <a:ext cx="3310652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who actually knows the buildings.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8250" y="15978188"/>
            <a:ext cx="2164080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22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Follow for more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7031" y="17297400"/>
            <a:ext cx="5172789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64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  <p:pic>
        <p:nvPicPr>
          <p:cNvPr id="32" name="Picture 31" descr="metro-s06-about-m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2667000"/>
            <a:ext cx="3429000" cy="3429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