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9936361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11035903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2135445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15525750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15525750"/>
            <a:ext cx="9525" cy="85725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515475" y="15525750"/>
            <a:ext cx="9525" cy="85725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81566" y="15907229"/>
            <a:ext cx="94293" cy="9429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3175" y="914400"/>
            <a:ext cx="756523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i="0" b="1" spc="24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76654" y="900112"/>
            <a:ext cx="3978354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0" spc="384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STORY 06 · ABOUT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2057400" y="6934200"/>
            <a:ext cx="14401800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575" i="0" b="0" spc="472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MEET YOUR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2057400" y="7315200"/>
            <a:ext cx="14401800" cy="68341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2000"/>
              </a:lnSpc>
            </a:pPr>
            <a:r>
              <a:rPr sz="5850" i="0" b="1" spc="-234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Julian Reyes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2057400" y="8131969"/>
            <a:ext cx="14401800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0" spc="384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CONDO &amp; LOFT SPECIALIST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9055894"/>
            <a:ext cx="1025366" cy="39811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28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6179" y="9055894"/>
            <a:ext cx="5059918" cy="323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250" i="0" b="1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Eight years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6179" y="9436894"/>
            <a:ext cx="5059918" cy="289917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45000"/>
              </a:lnSpc>
            </a:pPr>
            <a:r>
              <a:rPr sz="1575" i="0" b="0">
                <a:solidFill>
                  <a:srgbClr val="8A8F99"/>
                </a:solidFill>
                <a:latin typeface="Space Grotesk"/>
                <a:ea typeface="Space Grotesk"/>
                <a:cs typeface="Space Grotesk"/>
              </a:rPr>
              <a:t>selling condos across downtown.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10155436"/>
            <a:ext cx="1025366" cy="39811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28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6179" y="10155436"/>
            <a:ext cx="4775121" cy="323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250" i="0" b="1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Top 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36179" y="10536436"/>
            <a:ext cx="4775121" cy="289917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45000"/>
              </a:lnSpc>
            </a:pPr>
            <a:r>
              <a:rPr sz="1575" i="0" b="0">
                <a:solidFill>
                  <a:srgbClr val="8A8F99"/>
                </a:solidFill>
                <a:latin typeface="Space Grotesk"/>
                <a:ea typeface="Space Grotesk"/>
                <a:cs typeface="Space Grotesk"/>
              </a:rPr>
              <a:t>of agents in the city by volume.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11254978"/>
            <a:ext cx="1025366" cy="39811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28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6179" y="11254978"/>
            <a:ext cx="5113258" cy="323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250" i="0" b="1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Lifelong local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36179" y="11635978"/>
            <a:ext cx="5113258" cy="289917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45000"/>
              </a:lnSpc>
            </a:pPr>
            <a:r>
              <a:rPr sz="1575" i="0" b="0">
                <a:solidFill>
                  <a:srgbClr val="8A8F99"/>
                </a:solidFill>
                <a:latin typeface="Space Grotesk"/>
                <a:ea typeface="Space Grotesk"/>
                <a:cs typeface="Space Grotesk"/>
              </a:rPr>
              <a:t>who actually knows the buildings.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14450" y="15825788"/>
            <a:ext cx="3115151" cy="2571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725" i="0" b="1" spc="34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Follow for more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1125" y="15821025"/>
            <a:ext cx="685800" cy="266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800" i="0" b="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8041" y="17249775"/>
            <a:ext cx="7350919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0" spc="384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@NORTHANDOAK  ◆  NORTHANDOAK.CO</a:t>
            </a:r>
          </a:p>
        </p:txBody>
      </p:sp>
      <p:pic>
        <p:nvPicPr>
          <p:cNvPr id="32" name="Picture 31" descr="metro-s06-about-me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0" y="2286000"/>
            <a:ext cx="4191000" cy="4191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