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5525750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525750"/>
            <a:ext cx="9525" cy="85725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15475" y="15525750"/>
            <a:ext cx="9525" cy="85725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1566" y="15907229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2096750"/>
            <a:ext cx="144018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75" i="0" b="0" spc="472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NEW ON THE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477750"/>
            <a:ext cx="14401800" cy="63088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400" i="0" b="1" spc="-216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1200 N Wells, 14C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3261032"/>
            <a:ext cx="1440180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 spc="38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RIVER NORTH, CHICAGO · 2 BD · 2 BA · 1,480 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3613457"/>
            <a:ext cx="14401800" cy="657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500" i="0" b="1" spc="-9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$895,000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50" y="15825788"/>
            <a:ext cx="3148965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25" i="0" b="1" spc="34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See the full tour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1125" y="15821025"/>
            <a:ext cx="68580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0" b="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8041" y="17249775"/>
            <a:ext cx="7350919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38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  <p:pic>
        <p:nvPicPr>
          <p:cNvPr id="15" name="Picture 14" descr="metro-s01-just-liste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52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