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2096750"/>
            <a:ext cx="144018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46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NEW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487275"/>
            <a:ext cx="14401800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0" b="1" spc="-216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270557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NORTH, CHICAGO · 2 BD · 2 BA · 1,480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651557"/>
            <a:ext cx="144018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500" i="0" b="1" spc="-9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$895,000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4450" y="15782925"/>
            <a:ext cx="3630216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See the full tour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15" name="Picture 14" descr="metro-s01-just-listed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