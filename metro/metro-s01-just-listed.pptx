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209675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NEW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382500"/>
            <a:ext cx="14401800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0" b="1" spc="-216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1200 N Wells, 14C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165782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RIVER NORTH, CHICAGO · 2 BD · 2 BA · 1,480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3442007"/>
            <a:ext cx="144018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500" i="0" b="1" spc="-9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$895,000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15978188"/>
            <a:ext cx="218622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See the full tour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15" name="Picture 14" descr="metro-s01-just-listed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