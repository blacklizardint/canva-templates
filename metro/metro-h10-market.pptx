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10287000" cy="10287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287000" cy="10287000"/>
          </a:xfrm>
          <a:prstGeom prst="rect">
            <a:avLst/>
          </a:prstGeom>
          <a:solidFill>
            <a:srgbClr val="1416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381000" y="381000"/>
            <a:ext cx="9525000" cy="9525000"/>
          </a:xfrm>
          <a:prstGeom prst="ellipse">
            <a:avLst/>
          </a:prstGeom>
          <a:noFill/>
          <a:ln w="9525">
            <a:solidFill>
              <a:srgbClr val="18223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1047750" y="1047750"/>
            <a:ext cx="8191500" cy="8191500"/>
          </a:xfrm>
          <a:prstGeom prst="ellipse">
            <a:avLst/>
          </a:prstGeom>
          <a:noFill/>
          <a:ln w="9525">
            <a:solidFill>
              <a:srgbClr val="161D2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5089618" y="5613493"/>
            <a:ext cx="107763" cy="107763"/>
          </a:xfrm>
          <a:prstGeom prst="rect">
            <a:avLst/>
          </a:prstGeom>
          <a:solidFill>
            <a:srgbClr val="2D5BE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4204395" y="5991225"/>
            <a:ext cx="3386138" cy="400050"/>
          </a:xfrm>
          <a:prstGeom prst="rect">
            <a:avLst/>
          </a:prstGeom>
          <a:noFill/>
        </p:spPr>
        <p:txBody>
          <a:bodyPr wrap="none" anchor="t" lIns="0" rIns="0" tIns="0" bIns="0"/>
          <a:lstStyle/>
          <a:p>
            <a:pPr algn="l"/>
            <a:r>
              <a:rPr sz="2700" i="0" b="1" spc="540">
                <a:solidFill>
                  <a:srgbClr val="2D5BE3"/>
                </a:solidFill>
                <a:latin typeface="HK Grotesk"/>
                <a:ea typeface="HK Grotesk"/>
                <a:cs typeface="HK Grotesk"/>
              </a:rPr>
              <a:t>MARKET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409777" y="6543675"/>
            <a:ext cx="2728912" cy="304800"/>
          </a:xfrm>
          <a:prstGeom prst="rect">
            <a:avLst/>
          </a:prstGeom>
          <a:noFill/>
        </p:spPr>
        <p:txBody>
          <a:bodyPr wrap="none" anchor="t" lIns="0" rIns="0" tIns="0" bIns="0"/>
          <a:lstStyle/>
          <a:p>
            <a:pPr algn="l"/>
            <a:r>
              <a:rPr sz="2100" i="0" b="0">
                <a:solidFill>
                  <a:srgbClr val="8A8A8C"/>
                </a:solidFill>
                <a:latin typeface="HK Grotesk"/>
                <a:ea typeface="HK Grotesk"/>
                <a:cs typeface="HK Grotesk"/>
              </a:rPr>
              <a:t>North &amp; Oak</a:t>
            </a:r>
          </a:p>
        </p:txBody>
      </p:sp>
      <p:pic>
        <p:nvPicPr>
          <p:cNvPr id="8" name="Picture 7" descr="metro-h10-market_5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191000" y="3438525"/>
            <a:ext cx="1905000" cy="1905000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