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0287000" cy="10287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287000" cy="10287000"/>
          </a:xfrm>
          <a:prstGeom prst="rect">
            <a:avLst/>
          </a:prstGeom>
          <a:solidFill>
            <a:srgbClr val="EDE7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714750" y="3228975"/>
            <a:ext cx="2857500" cy="9525"/>
          </a:xfrm>
          <a:prstGeom prst="rect">
            <a:avLst/>
          </a:prstGeom>
          <a:solidFill>
            <a:srgbClr val="97A9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714750" y="6076950"/>
            <a:ext cx="2857500" cy="9525"/>
          </a:xfrm>
          <a:prstGeom prst="rect">
            <a:avLst/>
          </a:prstGeom>
          <a:solidFill>
            <a:srgbClr val="97A9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3714750" y="3228975"/>
            <a:ext cx="9525" cy="2857500"/>
          </a:xfrm>
          <a:prstGeom prst="rect">
            <a:avLst/>
          </a:prstGeom>
          <a:solidFill>
            <a:srgbClr val="97A9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562725" y="3228975"/>
            <a:ext cx="9525" cy="2857500"/>
          </a:xfrm>
          <a:prstGeom prst="rect">
            <a:avLst/>
          </a:prstGeom>
          <a:solidFill>
            <a:srgbClr val="97A9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905375" y="7048500"/>
            <a:ext cx="476250" cy="9525"/>
          </a:xfrm>
          <a:prstGeom prst="rect">
            <a:avLst/>
          </a:prstGeom>
          <a:solidFill>
            <a:srgbClr val="E6D2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04159" y="6562725"/>
            <a:ext cx="1786652" cy="314325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1650" i="0" b="0" spc="693">
                <a:solidFill>
                  <a:srgbClr val="33322E"/>
                </a:solidFill>
                <a:latin typeface="Poppins"/>
                <a:ea typeface="Poppins"/>
                <a:cs typeface="Poppins"/>
              </a:rPr>
              <a:t>SOLD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