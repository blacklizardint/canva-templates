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1639550"/>
            <a:ext cx="8763000" cy="9525"/>
          </a:xfrm>
          <a:prstGeom prst="rect">
            <a:avLst/>
          </a:prstGeom>
          <a:solidFill>
            <a:srgbClr val="50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2430125"/>
            <a:ext cx="8763000" cy="9525"/>
          </a:xfrm>
          <a:prstGeom prst="rect">
            <a:avLst/>
          </a:prstGeom>
          <a:solidFill>
            <a:srgbClr val="50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3220700"/>
            <a:ext cx="8763000" cy="9525"/>
          </a:xfrm>
          <a:prstGeom prst="rect">
            <a:avLst/>
          </a:prstGeom>
          <a:solidFill>
            <a:srgbClr val="50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5621000"/>
            <a:ext cx="3570982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6373475"/>
            <a:ext cx="3570982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5621000"/>
            <a:ext cx="9525" cy="762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3457" y="15621000"/>
            <a:ext cx="9525" cy="762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9593" y="15948118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2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077" y="904875"/>
            <a:ext cx="6177677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1" spc="36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STORY 19 · LISTING HIGHLIGHT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9620250"/>
            <a:ext cx="144018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75" i="0" b="1" spc="47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BEHIND THE DOOR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0001250"/>
            <a:ext cx="14401800" cy="609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2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1068050"/>
            <a:ext cx="89916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" y="11068050"/>
            <a:ext cx="8706564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Chef’s kitchen in sea-salt oak and limestone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11858625"/>
            <a:ext cx="89916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11858625"/>
            <a:ext cx="7259241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Floor-to-ceiling glazing, ocean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12649200"/>
            <a:ext cx="899160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300" y="12649200"/>
            <a:ext cx="7631906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Wraparound deck and outdoor shower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3975" y="15878175"/>
            <a:ext cx="422005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 spc="33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SEE ALL PHOTOS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5782" y="15911512"/>
            <a:ext cx="57912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2057400" y="17249775"/>
            <a:ext cx="1440180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1" spc="36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 ◆  MARISOLVANCE.COM</a:t>
            </a:r>
          </a:p>
        </p:txBody>
      </p:sp>
      <p:pic>
        <p:nvPicPr>
          <p:cNvPr id="28" name="Picture 27" descr="coastal-19-listing-highlight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10287000" cy="723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