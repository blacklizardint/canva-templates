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4750" y="3228975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4750" y="6076950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4750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5375" y="7048500"/>
            <a:ext cx="47625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8846" y="6562725"/>
            <a:ext cx="2187892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 spc="693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