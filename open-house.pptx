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OPEN HOUSE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771650"/>
            <a:ext cx="895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INVITED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19431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i="1" spc="-100" kern="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House.</a:t>
            </a:r>
            <a:endParaRPr lang="en-US" sz="8400" dirty="0"/>
          </a:p>
        </p:txBody>
      </p:sp>
      <p:sp>
        <p:nvSpPr>
          <p:cNvPr id="10" name="Shape 8"/>
          <p:cNvSpPr/>
          <p:nvPr/>
        </p:nvSpPr>
        <p:spPr>
          <a:xfrm>
            <a:off x="666750" y="3314700"/>
            <a:ext cx="5715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50" y="3695700"/>
            <a:ext cx="430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ADDRESS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6750" y="3886200"/>
            <a:ext cx="430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66750" y="43434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BA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Scottsdale, Arizona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4950" y="3695700"/>
            <a:ext cx="430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14950" y="3886200"/>
            <a:ext cx="430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 · June 6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314950" y="43434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42" kern="0" dirty="0">
                <a:solidFill>
                  <a:srgbClr val="C9A84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1:00 — 4:00 PM</a:t>
            </a:r>
            <a:endParaRPr lang="en-US" sz="1050" dirty="0"/>
          </a:p>
        </p:txBody>
      </p:sp>
      <p:pic>
        <p:nvPicPr>
          <p:cNvPr id="17" name="Image 0" descr="Hero property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4914900"/>
            <a:ext cx="8953500" cy="3429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BAB7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RSVP VIA LINK IN BIO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