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noFill/>
          <a:ln w="9525">
            <a:solidFill>
              <a:srgbClr val="483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noFill/>
          <a:ln w="9525">
            <a:solidFill>
              <a:srgbClr val="3F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9618" y="5742081"/>
            <a:ext cx="107763" cy="10776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43201" y="6157912"/>
            <a:ext cx="4221718" cy="3714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550" i="0" b="1" spc="102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REVIEWS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4660" y="6700838"/>
            <a:ext cx="2681049" cy="285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9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pic>
        <p:nvPicPr>
          <p:cNvPr id="8" name="Picture 7" descr="coastal-23-hl-reviews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3300412"/>
            <a:ext cx="2095500" cy="2095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