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01250" cy="5715000"/>
  <p:notesSz cx="5715000" cy="100012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1525" y="1428750"/>
            <a:ext cx="838200" cy="838200"/>
          </a:xfrm>
          <a:prstGeom prst="rect">
            <a:avLst/>
          </a:prstGeom>
          <a:ln w="635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81525" y="1428750"/>
            <a:ext cx="838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6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3036" dirty="0"/>
          </a:p>
        </p:txBody>
      </p:sp>
      <p:sp>
        <p:nvSpPr>
          <p:cNvPr id="4" name="Text 2"/>
          <p:cNvSpPr/>
          <p:nvPr/>
        </p:nvSpPr>
        <p:spPr>
          <a:xfrm>
            <a:off x="238125" y="25146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14875" y="3105150"/>
            <a:ext cx="5715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8125" y="3276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AB7B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Finding the home that finds you.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3400" y="51435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216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SCOTTSDALE, AZ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657850" y="51435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5" spc="216" kern="0" dirty="0">
                <a:solidFill>
                  <a:srgbClr val="9794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EST. 2018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