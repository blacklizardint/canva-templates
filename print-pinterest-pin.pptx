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525000" cy="14287500"/>
  <p:notesSz cx="14287500" cy="9525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419100" cy="4191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18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518" dirty="0"/>
          </a:p>
        </p:txBody>
      </p:sp>
      <p:sp>
        <p:nvSpPr>
          <p:cNvPr id="4" name="Text 2"/>
          <p:cNvSpPr/>
          <p:nvPr/>
        </p:nvSpPr>
        <p:spPr>
          <a:xfrm>
            <a:off x="5715000" y="781050"/>
            <a:ext cx="3143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 &amp; SAVE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6750" y="1428750"/>
            <a:ext cx="819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6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FIRST-TIME BUYERS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6750" y="1771650"/>
            <a:ext cx="8191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6600" i="1" spc="-2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 things</a:t>
            </a:r>
            <a:endParaRPr lang="en-US" sz="66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6600" b="1" spc="-2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 tell every</a:t>
            </a:r>
            <a:endParaRPr lang="en-US" sz="66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6600" i="1" spc="-200" kern="0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first-time buyer.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66750" y="4800600"/>
            <a:ext cx="47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14450" y="4762500"/>
            <a:ext cx="7543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Get pre-approved first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4450" y="5086350"/>
            <a:ext cx="7543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signed pre-approval letter gives you negotiating power and lets sellers take you seriously.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666750" y="5981700"/>
            <a:ext cx="81915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750" y="6229350"/>
            <a:ext cx="47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14450" y="6191250"/>
            <a:ext cx="7543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Budget beyond the price tag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14450" y="6515100"/>
            <a:ext cx="7543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Closing costs, taxes, HOA, insurance — bake the real total into your monthly math.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666750" y="7410450"/>
            <a:ext cx="81915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750" y="7658100"/>
            <a:ext cx="47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14450" y="7620000"/>
            <a:ext cx="7543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Choose your agent carefully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14450" y="7943850"/>
            <a:ext cx="7543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Interview at least two. Look for fiduciary discipline, not just market knowledge.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666750" y="8839200"/>
            <a:ext cx="81915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750" y="9086850"/>
            <a:ext cx="47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14450" y="9048750"/>
            <a:ext cx="7543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Tour with a checklist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14450" y="9372600"/>
            <a:ext cx="7543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Roof age, HVAC, plumbing, light, layout, noise. The right list keeps you honest.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666750" y="10267950"/>
            <a:ext cx="81915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750" y="10515600"/>
            <a:ext cx="47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14450" y="10477500"/>
            <a:ext cx="7543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Never waive the inspection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14450" y="10801350"/>
            <a:ext cx="7543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Even on a hot listing — a contingency clause is your cheapest insurance.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66750" y="11696700"/>
            <a:ext cx="8191500" cy="0"/>
          </a:xfrm>
          <a:prstGeom prst="line">
            <a:avLst/>
          </a:prstGeom>
          <a:noFill/>
          <a:ln w="6350">
            <a:solidFill>
              <a:srgbClr val="E0D9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6750" y="13163550"/>
            <a:ext cx="8191500" cy="0"/>
          </a:xfrm>
          <a:prstGeom prst="line">
            <a:avLst/>
          </a:prstGeom>
          <a:noFill/>
          <a:ln w="6350">
            <a:solidFill>
              <a:srgbClr val="DAD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750" y="1333500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66750" y="1358265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89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715000" y="13373100"/>
            <a:ext cx="3143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5" b="1" spc="216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 &amp; SHARE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2026-06-02T21:20:26Z</dcterms:created>
  <dcterms:modified xsi:type="dcterms:W3CDTF">2026-06-02T21:20:26Z</dcterms:modified>
</cp:coreProperties>
</file>