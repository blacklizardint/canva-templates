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1504950"/>
            <a:ext cx="85725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7250" y="866775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46859" y="5457825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3391" y="5457825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14875" y="9812536"/>
            <a:ext cx="8572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1849" y="16221075"/>
            <a:ext cx="2603302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1849" y="16935450"/>
            <a:ext cx="2603302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1849" y="16221075"/>
            <a:ext cx="9525" cy="7239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35626" y="16221075"/>
            <a:ext cx="9525" cy="7239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9162" y="971550"/>
            <a:ext cx="79248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50" y="857250"/>
            <a:ext cx="3282315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0650" y="1133475"/>
            <a:ext cx="328231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7" i="0" b="0" spc="21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9975" y="5334000"/>
            <a:ext cx="3067050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350" i="0" b="0" spc="48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OPEN HOUSE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905000" y="6029325"/>
            <a:ext cx="14097000" cy="231636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5000"/>
              </a:lnSpc>
            </a:pPr>
            <a:r>
              <a:rPr sz="96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This</a:t>
            </a:r>
          </a:p>
          <a:p>
            <a:pPr algn="ctr">
              <a:lnSpc>
                <a:spcPct val="95000"/>
              </a:lnSpc>
            </a:pPr>
            <a:r>
              <a:rPr sz="96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Saturday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5393" y="8783836"/>
            <a:ext cx="4716066" cy="2381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i="0" b="0" spc="312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5393" y="9079111"/>
            <a:ext cx="4716066" cy="447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0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June 14 · 1–4 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5137" y="10107811"/>
            <a:ext cx="4996577" cy="2381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i="0" b="0" spc="312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WHERE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5137" y="10403086"/>
            <a:ext cx="4996577" cy="447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0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117 Larkspur Lane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1849" y="16221075"/>
            <a:ext cx="2603302" cy="7239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500" i="0" b="0" spc="39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TAP TO RSVP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1905000" y="17211675"/>
            <a:ext cx="1409700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25" i="0" b="0" spc="292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