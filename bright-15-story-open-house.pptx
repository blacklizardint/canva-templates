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724025"/>
            <a:ext cx="85725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7250" y="976312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323183" y="54864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96918" y="54864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14875" y="9907786"/>
            <a:ext cx="8572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61457" y="16011525"/>
            <a:ext cx="3164086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457" y="16859250"/>
            <a:ext cx="3164086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61457" y="16011525"/>
            <a:ext cx="9525" cy="85725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16018" y="16011525"/>
            <a:ext cx="9525" cy="85725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2019" y="1076325"/>
            <a:ext cx="81534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425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0650" y="857250"/>
            <a:ext cx="5962650" cy="266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21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0650" y="1200150"/>
            <a:ext cx="5962650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313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2138" y="5334000"/>
            <a:ext cx="3462576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650" i="0" b="0" spc="49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OPEN HOUSE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1905000" y="6086475"/>
            <a:ext cx="14097000" cy="231636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5000"/>
              </a:lnSpc>
            </a:pPr>
            <a:r>
              <a:rPr sz="96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This</a:t>
            </a:r>
          </a:p>
          <a:p>
            <a:pPr algn="ctr">
              <a:lnSpc>
                <a:spcPct val="95000"/>
              </a:lnSpc>
            </a:pPr>
            <a:r>
              <a:rPr sz="96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Saturday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5393" y="8840986"/>
            <a:ext cx="4716066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313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WHEN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5393" y="9174361"/>
            <a:ext cx="4716066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0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June 14 · 1–4 PM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45137" y="10203061"/>
            <a:ext cx="4996577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313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WHERE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45137" y="10536436"/>
            <a:ext cx="4996577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0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117 Larkspur Lane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1457" y="16011525"/>
            <a:ext cx="3164086" cy="8572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2025" i="0" b="0" spc="44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TAP TO RSVP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1905000" y="17154525"/>
            <a:ext cx="14097000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313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