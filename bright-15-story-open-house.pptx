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5665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64436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9693473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15408" y="16535400"/>
            <a:ext cx="1856184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15408" y="17021175"/>
            <a:ext cx="1856184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1540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2067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4109" y="5376862"/>
            <a:ext cx="239863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OPEN 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5986462"/>
            <a:ext cx="14097000" cy="23163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9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This</a:t>
            </a:r>
          </a:p>
          <a:p>
            <a:pPr algn="ctr">
              <a:lnSpc>
                <a:spcPct val="95000"/>
              </a:lnSpc>
            </a:pPr>
            <a:r>
              <a:rPr sz="9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Saturday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5393" y="8740973"/>
            <a:ext cx="471606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5393" y="8960048"/>
            <a:ext cx="4716066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June 14 · 1–4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5137" y="9988748"/>
            <a:ext cx="4996577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WHERE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5137" y="10207823"/>
            <a:ext cx="4996577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117 Larkspur 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5408" y="16535400"/>
            <a:ext cx="1856184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TAP TO RSVP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