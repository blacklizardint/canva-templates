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EDE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60874" y="885825"/>
            <a:ext cx="571500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54477" y="885825"/>
            <a:ext cx="571500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562945" y="1905000"/>
            <a:ext cx="704850" cy="704850"/>
          </a:xfrm>
          <a:prstGeom prst="ellipse">
            <a:avLst/>
          </a:prstGeom>
          <a:noFill/>
          <a:ln w="9525">
            <a:solidFill>
              <a:srgbClr val="97A9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333750" y="3181350"/>
            <a:ext cx="3619500" cy="9525"/>
          </a:xfrm>
          <a:prstGeom prst="rect">
            <a:avLst/>
          </a:prstGeom>
          <a:solidFill>
            <a:srgbClr val="C2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333750" y="5286375"/>
            <a:ext cx="3619500" cy="9525"/>
          </a:xfrm>
          <a:prstGeom prst="rect">
            <a:avLst/>
          </a:prstGeom>
          <a:solidFill>
            <a:srgbClr val="C2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933700" y="5872162"/>
            <a:ext cx="1047750" cy="1047750"/>
          </a:xfrm>
          <a:prstGeom prst="ellipse">
            <a:avLst/>
          </a:prstGeom>
          <a:noFill/>
          <a:ln w="9525">
            <a:solidFill>
              <a:srgbClr val="97A9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5872162"/>
            <a:ext cx="1047750" cy="1047750"/>
          </a:xfrm>
          <a:prstGeom prst="ellipse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57700" y="5872162"/>
            <a:ext cx="1047750" cy="1047750"/>
          </a:xfrm>
          <a:prstGeom prst="ellipse">
            <a:avLst/>
          </a:prstGeom>
          <a:noFill/>
          <a:ln w="9525">
            <a:solidFill>
              <a:srgbClr val="97A9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00043" y="804862"/>
            <a:ext cx="2686764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900" i="0" b="0" spc="378">
                <a:solidFill>
                  <a:srgbClr val="97A98C"/>
                </a:solidFill>
                <a:latin typeface="Poppins"/>
                <a:ea typeface="Poppins"/>
                <a:cs typeface="Poppins"/>
              </a:rPr>
              <a:t>LOGO LOCKUPS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86770" y="2105025"/>
            <a:ext cx="1112520" cy="3048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2400" i="0" b="0">
                <a:solidFill>
                  <a:srgbClr val="97A98C"/>
                </a:solidFill>
                <a:latin typeface="Cormorant Garamond"/>
                <a:ea typeface="Cormorant Garamond"/>
                <a:cs typeface="Cormorant Garamond"/>
              </a:rPr>
              <a:t>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77345" y="1957388"/>
            <a:ext cx="3975497" cy="4191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3300" i="0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Maya Ellison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77345" y="2433638"/>
            <a:ext cx="3975497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675" i="0" b="0" spc="229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REALTOR®  |  MODERN LIVING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38864" y="3762375"/>
            <a:ext cx="5609272" cy="7048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4800" i="1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Maya Ellison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38864" y="4562475"/>
            <a:ext cx="5609272" cy="1524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750" i="0" b="0" spc="300">
                <a:solidFill>
                  <a:srgbClr val="97A98C"/>
                </a:solidFill>
                <a:latin typeface="Poppins"/>
                <a:ea typeface="Poppins"/>
                <a:cs typeface="Poppins"/>
              </a:rPr>
              <a:t>MODERN LIVING · AUSTIN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4675" y="6167438"/>
            <a:ext cx="1478280" cy="4572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3600" i="0" b="0">
                <a:solidFill>
                  <a:srgbClr val="97A98C"/>
                </a:solidFill>
                <a:latin typeface="Cormorant Garamond"/>
                <a:ea typeface="Cormorant Garamond"/>
                <a:cs typeface="Cormorant Garamond"/>
              </a:rPr>
              <a:t>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38675" y="6167438"/>
            <a:ext cx="1478280" cy="4572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3600" i="0" b="0">
                <a:solidFill>
                  <a:srgbClr val="FBFAF7"/>
                </a:solidFill>
                <a:latin typeface="Cormorant Garamond"/>
                <a:ea typeface="Cormorant Garamond"/>
                <a:cs typeface="Cormorant Garamond"/>
              </a:rPr>
              <a:t>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1700" y="5867400"/>
            <a:ext cx="2575560" cy="10572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200" i="0" b="0">
                <a:solidFill>
                  <a:srgbClr val="97A98C"/>
                </a:solidFill>
                <a:latin typeface="Cormorant Garamond"/>
                <a:ea typeface="Cormorant Garamond"/>
                <a:cs typeface="Cormorant Garamond"/>
              </a:rPr>
              <a:t>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