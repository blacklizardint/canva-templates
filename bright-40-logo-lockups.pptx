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60874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54477" y="885825"/>
            <a:ext cx="57150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62945" y="1905000"/>
            <a:ext cx="704850" cy="70485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33750" y="3181350"/>
            <a:ext cx="3619500" cy="9525"/>
          </a:xfrm>
          <a:prstGeom prst="rect">
            <a:avLst/>
          </a:prstGeom>
          <a:solidFill>
            <a:srgbClr val="C2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33750" y="5286375"/>
            <a:ext cx="3619500" cy="9525"/>
          </a:xfrm>
          <a:prstGeom prst="rect">
            <a:avLst/>
          </a:prstGeom>
          <a:solidFill>
            <a:srgbClr val="C2C8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33700" y="5872162"/>
            <a:ext cx="1047750" cy="104775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5872162"/>
            <a:ext cx="1047750" cy="1047750"/>
          </a:xfrm>
          <a:prstGeom prst="ellipse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57700" y="5872162"/>
            <a:ext cx="1047750" cy="104775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0043" y="804862"/>
            <a:ext cx="2686764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0" spc="378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LOGO LOCKUPS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6770" y="2105025"/>
            <a:ext cx="111252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4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7345" y="1957388"/>
            <a:ext cx="3975497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3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7345" y="2433638"/>
            <a:ext cx="3975497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75" i="0" b="0" spc="229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8864" y="3762375"/>
            <a:ext cx="5609272" cy="7048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48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8864" y="4562475"/>
            <a:ext cx="560927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30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MODERN LIVING · AUSTIN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4675" y="6167438"/>
            <a:ext cx="147828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8675" y="6167438"/>
            <a:ext cx="1478280" cy="4572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3600" i="0" b="0">
                <a:solidFill>
                  <a:srgbClr val="FBFAF7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1700" y="5867400"/>
            <a:ext cx="2575560" cy="1057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20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