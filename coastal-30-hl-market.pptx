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2264" y="6157912"/>
            <a:ext cx="3840956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30-hl-marke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