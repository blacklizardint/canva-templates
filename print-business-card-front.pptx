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01250" cy="5715000"/>
  <p:notesSz cx="5715000" cy="100012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34450" y="533400"/>
            <a:ext cx="533400" cy="533400"/>
          </a:xfrm>
          <a:prstGeom prst="rect">
            <a:avLst/>
          </a:prstGeom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34450" y="53340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2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533400" y="2857500"/>
            <a:ext cx="666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216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· LUXURY SPECIALIST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533400" y="3048000"/>
            <a:ext cx="781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100" i="1" spc="-1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533400" y="4343400"/>
            <a:ext cx="8934450" cy="0"/>
          </a:xfrm>
          <a:prstGeom prst="line">
            <a:avLst/>
          </a:prstGeom>
          <a:noFill/>
          <a:ln w="6350">
            <a:solidFill>
              <a:srgbClr val="C0B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400" y="4514850"/>
            <a:ext cx="895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(480) 555-0182    ·    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hello@alexandramonroe.com    ·    </a:t>
            </a:r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alexandramonroe.com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3400" y="533400"/>
            <a:ext cx="1143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3400" y="533400"/>
            <a:ext cx="0" cy="11430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53550" y="5067300"/>
            <a:ext cx="1143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67850" y="4953000"/>
            <a:ext cx="0" cy="11430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2026-06-02T21:20:26Z</dcterms:created>
  <dcterms:modified xsi:type="dcterms:W3CDTF">2026-06-02T21:20:26Z</dcterms:modified>
</cp:coreProperties>
</file>