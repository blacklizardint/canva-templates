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8433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01668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3871" y="914400"/>
            <a:ext cx="2254806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09 · SELLER TIP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4538" y="2116931"/>
            <a:ext cx="3157776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TIP OF THE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1447800" y="2559844"/>
            <a:ext cx="13182600" cy="166419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4000"/>
              </a:lnSpc>
            </a:pPr>
            <a:r>
              <a:rPr sz="63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First impressions</a:t>
            </a:r>
          </a:p>
          <a:p>
            <a:pPr algn="ctr">
              <a:lnSpc>
                <a:spcPct val="104000"/>
              </a:lnSpc>
            </a:pPr>
            <a:r>
              <a:rPr sz="63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start at the curb.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4509790"/>
            <a:ext cx="6477000" cy="5503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70000"/>
              </a:lnSpc>
            </a:pPr>
            <a:r>
              <a:rPr sz="1275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A tidy entry, fresh paint, and a little greenery can add real value — before a buyer ever steps inside.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403056"/>
            <a:ext cx="144018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47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FOR SELLERS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304" y="9372600"/>
            <a:ext cx="2129314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SAVE FOR LATER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