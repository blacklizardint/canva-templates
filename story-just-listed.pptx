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 property photo 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1430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287000" cy="3429000"/>
          </a:xfrm>
          <a:prstGeom prst="rect">
            <a:avLst/>
          </a:prstGeom>
          <a:solidFill>
            <a:srgbClr val="0A0A0A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2000" y="762000"/>
            <a:ext cx="457200" cy="457200"/>
          </a:xfrm>
          <a:prstGeom prst="rect">
            <a:avLst/>
          </a:prstGeom>
          <a:ln w="6350">
            <a:solidFill>
              <a:srgbClr val="F5F0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62000" y="76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656" dirty="0"/>
          </a:p>
        </p:txBody>
      </p:sp>
      <p:sp>
        <p:nvSpPr>
          <p:cNvPr id="6" name="Shape 3"/>
          <p:cNvSpPr/>
          <p:nvPr/>
        </p:nvSpPr>
        <p:spPr>
          <a:xfrm>
            <a:off x="7410450" y="800100"/>
            <a:ext cx="2114550" cy="381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4"/>
          <p:cNvSpPr/>
          <p:nvPr/>
        </p:nvSpPr>
        <p:spPr>
          <a:xfrm>
            <a:off x="7410450" y="800100"/>
            <a:ext cx="211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spc="264" kern="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 LISTED</a:t>
            </a:r>
            <a:endParaRPr lang="en-US" sz="825" dirty="0"/>
          </a:p>
        </p:txBody>
      </p:sp>
      <p:sp>
        <p:nvSpPr>
          <p:cNvPr id="8" name="Shape 5"/>
          <p:cNvSpPr/>
          <p:nvPr/>
        </p:nvSpPr>
        <p:spPr>
          <a:xfrm>
            <a:off x="0" y="11430000"/>
            <a:ext cx="10287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12001500"/>
            <a:ext cx="876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ON THE MARKET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762000" y="12287250"/>
            <a:ext cx="876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428 Ridgemont Drive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762000" y="13182600"/>
            <a:ext cx="876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spc="273" kern="0" dirty="0">
                <a:solidFill>
                  <a:srgbClr val="A3A0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SCOTTSDALE, ARIZONA · 4 BD · 3.5 BA · 3,820 SF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762000" y="13468350"/>
            <a:ext cx="876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500" b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$1,250,000</a:t>
            </a:r>
            <a:endParaRPr lang="en-US" sz="4500" dirty="0"/>
          </a:p>
        </p:txBody>
      </p:sp>
      <p:sp>
        <p:nvSpPr>
          <p:cNvPr id="13" name="Shape 10"/>
          <p:cNvSpPr/>
          <p:nvPr/>
        </p:nvSpPr>
        <p:spPr>
          <a:xfrm>
            <a:off x="762000" y="16535400"/>
            <a:ext cx="8763000" cy="7048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Shape 11"/>
          <p:cNvSpPr/>
          <p:nvPr/>
        </p:nvSpPr>
        <p:spPr>
          <a:xfrm>
            <a:off x="1047750" y="16849725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15" name="Text 12"/>
          <p:cNvSpPr/>
          <p:nvPr/>
        </p:nvSpPr>
        <p:spPr>
          <a:xfrm>
            <a:off x="1276350" y="16535400"/>
            <a:ext cx="66675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36" kern="0" dirty="0">
                <a:solidFill>
                  <a:srgbClr val="F5F0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THE FULL TOUR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572500" y="16535400"/>
            <a:ext cx="762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2026-06-02T21:15:35Z</dcterms:created>
  <dcterms:modified xsi:type="dcterms:W3CDTF">2026-06-02T21:15:35Z</dcterms:modified>
</cp:coreProperties>
</file>