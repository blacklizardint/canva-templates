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14287500"/>
  <p:notesSz cx="142875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666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D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Luxe Agent </a:t>
            </a:r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·</a:t>
            </a:r>
            <a:pPr indent="0" marL="0">
              <a:buNone/>
            </a:pPr>
            <a:r>
              <a:rPr lang="en-US" sz="1200" i="1" dirty="0">
                <a:solidFill>
                  <a:srgbClr val="8A7D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00500" y="533400"/>
            <a:ext cx="666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231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/ 03 — SYSTEM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762000" y="1714500"/>
            <a:ext cx="990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762000" y="1962150"/>
            <a:ext cx="990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Palette &amp; type.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762000" y="2971800"/>
            <a:ext cx="533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near-black anchor, a champagne whisper, and two breathing neutrals. Playfair carries the headline, Montserrat tracks the labels, Lato carries the read.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62000" y="384810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10" kern="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· 01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05500" y="384810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TONES · ALTERNATE LIGHT / DARK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62000" y="4191000"/>
            <a:ext cx="1571625" cy="12382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857250" y="42862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762000" y="552450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Near Black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62000" y="5734050"/>
            <a:ext cx="1571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0A0A0A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762000" y="5886450"/>
            <a:ext cx="1571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· backgrounds &amp; headlines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28875" y="4191000"/>
            <a:ext cx="1571625" cy="1238250"/>
          </a:xfrm>
          <a:prstGeom prst="rect">
            <a:avLst/>
          </a:prstGeom>
          <a:solidFill>
            <a:srgbClr val="FFFFFF"/>
          </a:solidFill>
          <a:ln w="6350">
            <a:solidFill>
              <a:srgbClr val="D2CA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4125" y="42862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5454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2428875" y="552450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Pure White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2428875" y="5734050"/>
            <a:ext cx="1571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FFFFFF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428875" y="5886450"/>
            <a:ext cx="1571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Background · contrast surface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095750" y="4191000"/>
            <a:ext cx="1571625" cy="123825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191000" y="42862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4339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095750" y="552450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Warm Gold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095750" y="5734050"/>
            <a:ext cx="1571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C9A84C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095750" y="5886450"/>
            <a:ext cx="1571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Accent only · hairlines, headlines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62625" y="4191000"/>
            <a:ext cx="1571625" cy="1238250"/>
          </a:xfrm>
          <a:prstGeom prst="rect">
            <a:avLst/>
          </a:prstGeom>
          <a:solidFill>
            <a:srgbClr val="F5F0E8"/>
          </a:solidFill>
          <a:ln w="6350">
            <a:solidFill>
              <a:srgbClr val="D2CA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7875" y="42862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514F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762625" y="552450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Cream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762625" y="5734050"/>
            <a:ext cx="1571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F5F0E8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762625" y="5886450"/>
            <a:ext cx="1571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Supporting · soft backgrounds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429500" y="4191000"/>
            <a:ext cx="1571625" cy="12382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7524750" y="42862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B3B0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7429500" y="552450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Soft Black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7429500" y="5734050"/>
            <a:ext cx="1571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1A1A1A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7429500" y="5886450"/>
            <a:ext cx="1571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Body text on light surfaces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096375" y="4191000"/>
            <a:ext cx="1571625" cy="1238250"/>
          </a:xfrm>
          <a:prstGeom prst="rect">
            <a:avLst/>
          </a:prstGeom>
          <a:solidFill>
            <a:srgbClr val="8A7D63"/>
          </a:solidFill>
          <a:ln/>
        </p:spPr>
      </p:sp>
      <p:sp>
        <p:nvSpPr>
          <p:cNvPr id="35" name="Text 33"/>
          <p:cNvSpPr/>
          <p:nvPr/>
        </p:nvSpPr>
        <p:spPr>
          <a:xfrm>
            <a:off x="9191625" y="42862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D5C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9096375" y="552450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Warm Gray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096375" y="5734050"/>
            <a:ext cx="1571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8A7D63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9096375" y="5886450"/>
            <a:ext cx="1571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Secondary text, meta, labels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62000" y="685800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10" kern="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TYPOGRAPHY · 02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05500" y="685800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FAMILIES · ALL CANVA-FREE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62000" y="7124700"/>
            <a:ext cx="9906000" cy="0"/>
          </a:xfrm>
          <a:prstGeom prst="line">
            <a:avLst/>
          </a:prstGeom>
          <a:noFill/>
          <a:ln w="6350">
            <a:solidFill>
              <a:srgbClr val="D2CAB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000" y="73533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Aa</a:t>
            </a:r>
            <a:endParaRPr lang="en-US" sz="6900" dirty="0"/>
          </a:p>
        </p:txBody>
      </p:sp>
      <p:sp>
        <p:nvSpPr>
          <p:cNvPr id="43" name="Text 41"/>
          <p:cNvSpPr/>
          <p:nvPr/>
        </p:nvSpPr>
        <p:spPr>
          <a:xfrm>
            <a:off x="762000" y="8420100"/>
            <a:ext cx="304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Playfair Display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62000" y="8667750"/>
            <a:ext cx="304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 · HEADLINES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762000" y="88773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Italic for elegance, Regular for authority. Reserved for the moments that count.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4191000" y="73533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Aa</a:t>
            </a:r>
            <a:endParaRPr lang="en-US" sz="6300" dirty="0"/>
          </a:p>
        </p:txBody>
      </p:sp>
      <p:sp>
        <p:nvSpPr>
          <p:cNvPr id="47" name="Text 45"/>
          <p:cNvSpPr/>
          <p:nvPr/>
        </p:nvSpPr>
        <p:spPr>
          <a:xfrm>
            <a:off x="4191000" y="8420100"/>
            <a:ext cx="304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31" kern="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191000" y="8667750"/>
            <a:ext cx="304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SUBHEAD · LABELS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4191000" y="88773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Medium or SemiBold, all caps with generous tracking. The system's quiet voice.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7620000" y="73533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0" dirty="0">
                <a:solidFill>
                  <a:srgbClr val="0A0A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Aa</a:t>
            </a:r>
            <a:endParaRPr lang="en-US" sz="6300" dirty="0"/>
          </a:p>
        </p:txBody>
      </p:sp>
      <p:sp>
        <p:nvSpPr>
          <p:cNvPr id="51" name="Text 49"/>
          <p:cNvSpPr/>
          <p:nvPr/>
        </p:nvSpPr>
        <p:spPr>
          <a:xfrm>
            <a:off x="7620000" y="8420100"/>
            <a:ext cx="304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Lato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620000" y="8667750"/>
            <a:ext cx="304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48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· FINE PRINT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7620000" y="88773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Regular at 10–14pt. The everyday workhorse — descriptions, captions, fine print.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762000" y="136207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ALEXANDRAMONROE.COM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858000" y="136207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REFERENCE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2026-06-02T21:20:26Z</dcterms:created>
  <dcterms:modified xsi:type="dcterms:W3CDTF">2026-06-02T21:20:26Z</dcterms:modified>
</cp:coreProperties>
</file>