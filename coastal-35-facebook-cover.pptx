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621000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621000" cy="59436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762000"/>
            <a:ext cx="514350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1266825"/>
            <a:ext cx="514350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762000"/>
            <a:ext cx="9525" cy="51435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1575" y="762000"/>
            <a:ext cx="9525" cy="51435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52550" y="838200"/>
            <a:ext cx="9525" cy="361950"/>
          </a:xfrm>
          <a:prstGeom prst="rect">
            <a:avLst/>
          </a:prstGeom>
          <a:solidFill>
            <a:srgbClr val="6D6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875" y="904875"/>
            <a:ext cx="909161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5" y="838200"/>
            <a:ext cx="250412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THE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3525" y="942975"/>
            <a:ext cx="2504122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2335857"/>
            <a:ext cx="137160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SANTA LUCIA · COASTAL · REAL ESTATE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2602557"/>
            <a:ext cx="13716000" cy="124331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2000"/>
              </a:lnSpc>
            </a:pPr>
            <a:r>
              <a:rPr sz="48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Where the tide</a:t>
            </a:r>
          </a:p>
          <a:p>
            <a:pPr algn="l">
              <a:lnSpc>
                <a:spcPct val="102000"/>
              </a:lnSpc>
            </a:pPr>
            <a:r>
              <a:rPr sz="48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brings you home.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4905375"/>
            <a:ext cx="1735931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1" spc="16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5038725"/>
            <a:ext cx="1735931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(805) 555-0188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9832" y="4905375"/>
            <a:ext cx="2597229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1" spc="16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9832" y="5038725"/>
            <a:ext cx="259722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hello@marisolvance.com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1225" y="4905375"/>
            <a:ext cx="1977628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1" spc="16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1225" y="5038725"/>
            <a:ext cx="1977628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  <p:pic>
        <p:nvPicPr>
          <p:cNvPr id="19" name="Picture 18" descr="coastal-35-facebook-cover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875" y="0"/>
            <a:ext cx="5953125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