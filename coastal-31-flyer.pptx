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6192500" cy="2095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192500" cy="209550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571500"/>
            <a:ext cx="571500" cy="95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1133475"/>
            <a:ext cx="571500" cy="95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571500"/>
            <a:ext cx="9525" cy="5715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23975" y="571500"/>
            <a:ext cx="9525" cy="5715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607802" y="571500"/>
            <a:ext cx="1822698" cy="419100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13596938"/>
            <a:ext cx="13906500" cy="9525"/>
          </a:xfrm>
          <a:prstGeom prst="rect">
            <a:avLst/>
          </a:prstGeom>
          <a:solidFill>
            <a:srgbClr val="C3B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4720888"/>
            <a:ext cx="13906500" cy="9525"/>
          </a:xfrm>
          <a:prstGeom prst="rect">
            <a:avLst/>
          </a:prstGeom>
          <a:solidFill>
            <a:srgbClr val="C3B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22849284"/>
            <a:ext cx="13906500" cy="9525"/>
          </a:xfrm>
          <a:prstGeom prst="rect">
            <a:avLst/>
          </a:prstGeom>
          <a:solidFill>
            <a:srgbClr val="C3B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2012" y="728662"/>
            <a:ext cx="975122" cy="2571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2025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607802" y="571500"/>
            <a:ext cx="1822698" cy="4191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i="0" b="1" spc="315">
                <a:solidFill>
                  <a:srgbClr val="332C46"/>
                </a:solidFill>
                <a:latin typeface="Hanken Grotesk"/>
                <a:ea typeface="Hanken Grotesk"/>
                <a:cs typeface="Hanken Grotesk"/>
              </a:rPr>
              <a:t>OPEN HOUSE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11239500"/>
            <a:ext cx="2263140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1" spc="324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YOU’RE INVITED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1563350"/>
            <a:ext cx="22631400" cy="117633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5000"/>
              </a:lnSpc>
            </a:pPr>
            <a:r>
              <a:rPr sz="975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17 Tidewater Lane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12873038"/>
            <a:ext cx="22631400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50" i="0" b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Santa Lucia, California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13892212"/>
            <a:ext cx="5943600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1" spc="214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14082712"/>
            <a:ext cx="5943600" cy="3524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400" i="0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Sat · June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9625" y="13892212"/>
            <a:ext cx="5943600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1" spc="214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9625" y="14082712"/>
            <a:ext cx="5943600" cy="3524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400" i="0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1—4 PM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6250" y="13892212"/>
            <a:ext cx="5943600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1" spc="214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PRICE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0" y="14082712"/>
            <a:ext cx="5943600" cy="3524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400" i="0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$3,250,000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72875" y="13892212"/>
            <a:ext cx="5943600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1" spc="214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DETAILS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72875" y="14082712"/>
            <a:ext cx="5943600" cy="3524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400" i="0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4 BD · 3 BA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15054262"/>
            <a:ext cx="11430000" cy="56554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5000"/>
              </a:lnSpc>
            </a:pPr>
            <a:r>
              <a:rPr sz="1350" i="1" b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A sun-washed retreat just above the dunes. Chef’s kitchen, wraparound deck, floor-to-ceiling glazing onto open water. Cold rosé and oysters on the deck, tide permitting.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23106459"/>
            <a:ext cx="4583668" cy="323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25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Marisol Vance · REALTOR®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29492" y="23196947"/>
            <a:ext cx="5053012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75" i="0" b="1" spc="156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(805) 555-0188 · MARISOLVANCE.COM</a:t>
            </a:r>
          </a:p>
        </p:txBody>
      </p:sp>
      <p:pic>
        <p:nvPicPr>
          <p:cNvPr id="27" name="Picture 26" descr="coastal-31-flyer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1925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