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192500" cy="20955000"/>
  <p:notesSz cx="20955000" cy="16192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 property photo 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192500" cy="10477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192500" cy="2857500"/>
          </a:xfrm>
          <a:prstGeom prst="rect">
            <a:avLst/>
          </a:prstGeom>
          <a:solidFill>
            <a:srgbClr val="0A0A0A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2000" y="762000"/>
            <a:ext cx="533400" cy="533400"/>
          </a:xfrm>
          <a:prstGeom prst="rect">
            <a:avLst/>
          </a:prstGeom>
          <a:ln w="6350">
            <a:solidFill>
              <a:srgbClr val="F5F0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2000" y="76200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2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932" dirty="0"/>
          </a:p>
        </p:txBody>
      </p:sp>
      <p:sp>
        <p:nvSpPr>
          <p:cNvPr id="6" name="Shape 3"/>
          <p:cNvSpPr/>
          <p:nvPr/>
        </p:nvSpPr>
        <p:spPr>
          <a:xfrm>
            <a:off x="13716000" y="762000"/>
            <a:ext cx="1714500" cy="47625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0" y="762000"/>
            <a:ext cx="171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20" kern="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HOUSE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52500" y="11239500"/>
            <a:ext cx="1428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spc="39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YOU'RE INVITED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952500" y="11525250"/>
            <a:ext cx="14287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9750" i="1" spc="-2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428 Ridgemont Drive</a:t>
            </a:r>
            <a:endParaRPr lang="en-US" sz="9750" dirty="0"/>
          </a:p>
        </p:txBody>
      </p:sp>
      <p:sp>
        <p:nvSpPr>
          <p:cNvPr id="10" name="Text 7"/>
          <p:cNvSpPr/>
          <p:nvPr/>
        </p:nvSpPr>
        <p:spPr>
          <a:xfrm>
            <a:off x="952500" y="13144500"/>
            <a:ext cx="1428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Scottsdale, Arizona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952500" y="13792200"/>
            <a:ext cx="14287500" cy="0"/>
          </a:xfrm>
          <a:prstGeom prst="line">
            <a:avLst/>
          </a:prstGeom>
          <a:noFill/>
          <a:ln w="6350">
            <a:solidFill>
              <a:srgbClr val="C0B7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2500" y="140970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952500" y="143256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5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Sat · June 6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4524375" y="140970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524375" y="143256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1—4 PM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8096250" y="140970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8096250" y="143256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$1,250,000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1668125" y="140970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1668125" y="143256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 BD · 3.5 BA · 3,820 SF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952500" y="14935200"/>
            <a:ext cx="14287500" cy="0"/>
          </a:xfrm>
          <a:prstGeom prst="line">
            <a:avLst/>
          </a:prstGeom>
          <a:noFill/>
          <a:ln w="6350">
            <a:solidFill>
              <a:srgbClr val="C0B7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2500" y="15335250"/>
            <a:ext cx="1143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sun-washed retreat tucked above the canyon. Chef's kitchen, resort pool, floor-to-ceiling glazing onto the McDowells. Light bites and a glass of something cold on the patio.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52500" y="19145250"/>
            <a:ext cx="14287500" cy="0"/>
          </a:xfrm>
          <a:prstGeom prst="line">
            <a:avLst/>
          </a:prstGeom>
          <a:noFill/>
          <a:ln w="6350">
            <a:solidFill>
              <a:srgbClr val="C0B7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52500" y="193738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952500" y="19754850"/>
            <a:ext cx="666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8572500" y="1937385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(480) 555-0182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hello@alexandramonroe.com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alexandramonroe.com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2026-06-02T21:20:26Z</dcterms:created>
  <dcterms:modified xsi:type="dcterms:W3CDTF">2026-06-02T21:20:26Z</dcterms:modified>
</cp:coreProperties>
</file>