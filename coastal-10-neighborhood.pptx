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2323" y="785812"/>
            <a:ext cx="279368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10 · NEIGHBORHOOD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514725"/>
            <a:ext cx="825126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NEIGHBORHOOD SPOTLIGHT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800475"/>
            <a:ext cx="8251269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5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Cypress Cove.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581525"/>
            <a:ext cx="825126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31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 · 93446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981575"/>
            <a:ext cx="71628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981575"/>
            <a:ext cx="570618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19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DINING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5133975"/>
            <a:ext cx="5706189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Oyster Bar, Cantina del Mar, and sunset on the pier.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5543550"/>
            <a:ext cx="71628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5543550"/>
            <a:ext cx="608599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19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SCHOOLS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5695950"/>
            <a:ext cx="6085999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 Day School and Harbor Prep — top rated K–12.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6105525"/>
            <a:ext cx="209550" cy="552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6105525"/>
            <a:ext cx="61722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19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OUTDOORS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6257925"/>
            <a:ext cx="361950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Bluff Trail and tide pools, a two-minute walk from the door.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6009" y="9515475"/>
            <a:ext cx="285178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EXPLORE THE AREA ⤴</a:t>
            </a:r>
          </a:p>
        </p:txBody>
      </p:sp>
      <p:pic>
        <p:nvPicPr>
          <p:cNvPr id="28" name="Picture 27" descr="coastal-10-neighborhood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868" y="2524125"/>
            <a:ext cx="3577382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