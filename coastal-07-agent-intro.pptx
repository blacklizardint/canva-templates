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6035278"/>
            <a:ext cx="4953000" cy="9525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6663928"/>
            <a:ext cx="4953000" cy="9525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067" y="762000"/>
            <a:ext cx="73318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685800"/>
            <a:ext cx="3477101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904875"/>
            <a:ext cx="3477101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1" spc="168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REALTOR® · COASTAL SPECIALIST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9280" y="785812"/>
            <a:ext cx="2510552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4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07 · AGENT INTRO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3708797"/>
            <a:ext cx="8688467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2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MEET YOUR REALTOR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994547"/>
            <a:ext cx="8688467" cy="628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49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4718447"/>
            <a:ext cx="8688467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31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REALTOR® · COASTAL SPECIALIST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5061347"/>
            <a:ext cx="4953000" cy="7072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</a:pPr>
            <a:r>
              <a:rPr sz="1125" i="0" b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I help discerning buyers and sellers move with intention in Santa Lucia’s coastal market. Eight years in. Hundreds of doors opened. One quiet rule — represent every client the way I’d want my own family represented.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6216253"/>
            <a:ext cx="3022521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1" spc="16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PHONE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6349603"/>
            <a:ext cx="3022521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(805) 555-0188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17700" y="6216253"/>
            <a:ext cx="3022759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1" spc="16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17700" y="6349603"/>
            <a:ext cx="3022759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hello@marisolvance.com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8800" y="6216253"/>
            <a:ext cx="3022521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1" spc="16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WEB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8800" y="6349603"/>
            <a:ext cx="3022521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marisolvance.com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75" y="9515475"/>
            <a:ext cx="485560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@MARISOLVANCE · MARISOLVANCE.COM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6775" y="9515475"/>
            <a:ext cx="219456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BOOK A COFFEE</a:t>
            </a:r>
          </a:p>
        </p:txBody>
      </p:sp>
      <p:pic>
        <p:nvPicPr>
          <p:cNvPr id="28" name="Picture 27" descr="coastal-07-agent-intro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359" y="3762375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