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8134350"/>
            <a:ext cx="8953500" cy="9525"/>
          </a:xfrm>
          <a:prstGeom prst="rect">
            <a:avLst/>
          </a:prstGeom>
          <a:solidFill>
            <a:srgbClr val="59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441" y="785812"/>
            <a:ext cx="258389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12 · COMING 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377208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COMING SOON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624858"/>
            <a:ext cx="7973139" cy="1247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8000"/>
              </a:lnSpc>
            </a:pPr>
            <a:r>
              <a:rPr sz="88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Something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726186"/>
            <a:ext cx="5374005" cy="1247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8000"/>
              </a:lnSpc>
            </a:pPr>
            <a:r>
              <a:rPr sz="885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special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5827514"/>
            <a:ext cx="10171748" cy="1247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8000"/>
              </a:lnSpc>
            </a:pPr>
            <a:r>
              <a:rPr sz="88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is on the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83534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HITTING THE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851535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June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1200" y="8353425"/>
            <a:ext cx="51563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NEIGHBORHOOD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1200" y="8515350"/>
            <a:ext cx="515635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Cypress Cove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5800" y="83534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95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FROM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5800" y="851535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$3.25M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9122" y="9515475"/>
            <a:ext cx="300680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DM FOR EARLY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