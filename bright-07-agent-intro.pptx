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409700"/>
            <a:ext cx="87630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2000" y="77152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34234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5867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00500" y="2559844"/>
            <a:ext cx="2286000" cy="2286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0500" y="2559844"/>
            <a:ext cx="2286000" cy="9525"/>
          </a:xfrm>
          <a:prstGeom prst="rect">
            <a:avLst/>
          </a:prstGeom>
          <a:solidFill>
            <a:srgbClr val="D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00500" y="4836319"/>
            <a:ext cx="2286000" cy="9525"/>
          </a:xfrm>
          <a:prstGeom prst="rect">
            <a:avLst/>
          </a:prstGeom>
          <a:solidFill>
            <a:srgbClr val="D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00500" y="2559844"/>
            <a:ext cx="9525" cy="2286000"/>
          </a:xfrm>
          <a:prstGeom prst="rect">
            <a:avLst/>
          </a:prstGeom>
          <a:solidFill>
            <a:srgbClr val="D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6975" y="2559844"/>
            <a:ext cx="9525" cy="2286000"/>
          </a:xfrm>
          <a:prstGeom prst="rect">
            <a:avLst/>
          </a:prstGeom>
          <a:solidFill>
            <a:srgbClr val="D3D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9134475"/>
            <a:ext cx="87630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2000" y="9415462"/>
            <a:ext cx="66675" cy="66675"/>
          </a:xfrm>
          <a:prstGeom prst="ellipse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341" y="876300"/>
            <a:ext cx="803672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 spc="27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76200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103822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0491" y="914400"/>
            <a:ext cx="3620214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750" i="0" b="0" spc="27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07 · AGENT 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9819" y="2116931"/>
            <a:ext cx="2467213" cy="1190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937" i="0" b="0" spc="41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HELLO THERE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6537" y="3621881"/>
            <a:ext cx="1653778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47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HEADSHOT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2057400" y="5131594"/>
            <a:ext cx="14401800" cy="704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555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2057400" y="5931694"/>
            <a:ext cx="144018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64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9750" y="6341269"/>
            <a:ext cx="6667500" cy="51792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70000"/>
              </a:lnSpc>
            </a:pPr>
            <a:r>
              <a:rPr sz="1200" i="0" b="0">
                <a:solidFill>
                  <a:srgbClr val="33322E"/>
                </a:solidFill>
                <a:latin typeface="Lato"/>
                <a:ea typeface="Lato"/>
                <a:cs typeface="Lato"/>
              </a:rPr>
              <a:t>Helping Austin buyers and sellers find calm in a busy market — with honest guidance, modern marketing, and a whole lot of heart.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975" y="9372600"/>
            <a:ext cx="42174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8859" y="9372600"/>
            <a:ext cx="203882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LET’S CONNECT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