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1430000" cy="14287500"/>
  <p:notesSz cx="14287500" cy="1143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666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7D6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Luxe Agent </a:t>
            </a:r>
            <a:pPr indent="0" marL="0">
              <a:buNone/>
            </a:pPr>
            <a:r>
              <a:rPr lang="en-US" sz="1200" dirty="0">
                <a:solidFill>
                  <a:srgbClr val="C9A84C"/>
                </a:solidFill>
              </a:rPr>
              <a:t>·</a:t>
            </a:r>
            <a:pPr indent="0" marL="0">
              <a:buNone/>
            </a:pPr>
            <a:r>
              <a:rPr lang="en-US" sz="1200" i="1" dirty="0">
                <a:solidFill>
                  <a:srgbClr val="8A7D6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Collection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000500" y="533400"/>
            <a:ext cx="666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5" spc="231" kern="0" dirty="0">
                <a:solidFill>
                  <a:srgbClr val="8A7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/ 03 — LOCKUPS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762000" y="1714500"/>
            <a:ext cx="9906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spc="264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MARKS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762000" y="1962150"/>
            <a:ext cx="9906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0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Logo lockups.</a:t>
            </a:r>
            <a:endParaRPr lang="en-US" sz="6300" dirty="0"/>
          </a:p>
        </p:txBody>
      </p:sp>
      <p:sp>
        <p:nvSpPr>
          <p:cNvPr id="6" name="Shape 4"/>
          <p:cNvSpPr/>
          <p:nvPr/>
        </p:nvSpPr>
        <p:spPr>
          <a:xfrm>
            <a:off x="762000" y="3371850"/>
            <a:ext cx="4867275" cy="2762250"/>
          </a:xfrm>
          <a:prstGeom prst="rect">
            <a:avLst/>
          </a:prstGeom>
          <a:solidFill>
            <a:srgbClr val="F5F0E8"/>
          </a:solidFill>
          <a:ln w="6350">
            <a:solidFill>
              <a:srgbClr val="DAD3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24138" y="3752850"/>
            <a:ext cx="1143000" cy="1143000"/>
          </a:xfrm>
          <a:prstGeom prst="rect">
            <a:avLst/>
          </a:prstGeom>
          <a:ln w="6350">
            <a:solidFill>
              <a:srgbClr val="0A0A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24138" y="375285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40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AM</a:t>
            </a:r>
            <a:endParaRPr lang="en-US" sz="4140" dirty="0"/>
          </a:p>
        </p:txBody>
      </p:sp>
      <p:sp>
        <p:nvSpPr>
          <p:cNvPr id="9" name="Text 7"/>
          <p:cNvSpPr/>
          <p:nvPr/>
        </p:nvSpPr>
        <p:spPr>
          <a:xfrm>
            <a:off x="762000" y="5010150"/>
            <a:ext cx="48672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Alexandra Monroe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762000" y="5429250"/>
            <a:ext cx="4867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spc="202" kern="0" dirty="0">
                <a:solidFill>
                  <a:srgbClr val="8A7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REALTOR® | LUXURY SPECIALIST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762000" y="6248400"/>
            <a:ext cx="37242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65" kern="0" dirty="0">
                <a:solidFill>
                  <a:srgbClr val="8A7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· PRIMARY STACKED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724275" y="6248400"/>
            <a:ext cx="1905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165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 CREAM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800725" y="3371850"/>
            <a:ext cx="4867275" cy="2762250"/>
          </a:xfrm>
          <a:prstGeom prst="rect">
            <a:avLst/>
          </a:prstGeom>
          <a:solidFill>
            <a:srgbClr val="F5F0E8"/>
          </a:solidFill>
          <a:ln w="6350">
            <a:solidFill>
              <a:srgbClr val="DAD3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5613" y="4352925"/>
            <a:ext cx="800100" cy="800100"/>
          </a:xfrm>
          <a:prstGeom prst="rect">
            <a:avLst/>
          </a:prstGeom>
          <a:ln w="6350">
            <a:solidFill>
              <a:srgbClr val="0A0A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05613" y="4352925"/>
            <a:ext cx="8001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98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AM</a:t>
            </a:r>
            <a:endParaRPr lang="en-US" sz="2898" dirty="0"/>
          </a:p>
        </p:txBody>
      </p:sp>
      <p:sp>
        <p:nvSpPr>
          <p:cNvPr id="16" name="Shape 14"/>
          <p:cNvSpPr/>
          <p:nvPr/>
        </p:nvSpPr>
        <p:spPr>
          <a:xfrm>
            <a:off x="7853362" y="4400550"/>
            <a:ext cx="0" cy="704850"/>
          </a:xfrm>
          <a:prstGeom prst="line">
            <a:avLst/>
          </a:prstGeom>
          <a:noFill/>
          <a:ln w="6350">
            <a:solidFill>
              <a:srgbClr val="0A0A0A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3863" y="4495800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Alexandra Monroe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43863" y="4800600"/>
            <a:ext cx="1905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5" spc="147" kern="0" dirty="0">
                <a:solidFill>
                  <a:srgbClr val="8A7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REALTOR® | LUXURY SPECIALIST</a:t>
            </a:r>
            <a:endParaRPr lang="en-US" sz="525" dirty="0"/>
          </a:p>
        </p:txBody>
      </p:sp>
      <p:sp>
        <p:nvSpPr>
          <p:cNvPr id="19" name="Text 17"/>
          <p:cNvSpPr/>
          <p:nvPr/>
        </p:nvSpPr>
        <p:spPr>
          <a:xfrm>
            <a:off x="5800725" y="6248400"/>
            <a:ext cx="37242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65" kern="0" dirty="0">
                <a:solidFill>
                  <a:srgbClr val="8A7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· HORIZONTAL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763000" y="6248400"/>
            <a:ext cx="1905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165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 CREAM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62000" y="6534150"/>
            <a:ext cx="4867275" cy="27622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2" name="Shape 20"/>
          <p:cNvSpPr/>
          <p:nvPr/>
        </p:nvSpPr>
        <p:spPr>
          <a:xfrm>
            <a:off x="2671763" y="7391400"/>
            <a:ext cx="1047750" cy="1047750"/>
          </a:xfrm>
          <a:prstGeom prst="rect">
            <a:avLst/>
          </a:prstGeom>
          <a:ln w="635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71763" y="7391400"/>
            <a:ext cx="1047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95" i="1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AM</a:t>
            </a:r>
            <a:endParaRPr lang="en-US" sz="3795" dirty="0"/>
          </a:p>
        </p:txBody>
      </p:sp>
      <p:sp>
        <p:nvSpPr>
          <p:cNvPr id="24" name="Text 22"/>
          <p:cNvSpPr/>
          <p:nvPr/>
        </p:nvSpPr>
        <p:spPr>
          <a:xfrm>
            <a:off x="762000" y="9410700"/>
            <a:ext cx="37242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65" kern="0" dirty="0">
                <a:solidFill>
                  <a:srgbClr val="8A7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· MONOGRAM ON INK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724275" y="9410700"/>
            <a:ext cx="1905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165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 DARK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800725" y="6534150"/>
            <a:ext cx="4867275" cy="2762250"/>
          </a:xfrm>
          <a:prstGeom prst="rect">
            <a:avLst/>
          </a:prstGeom>
          <a:solidFill>
            <a:srgbClr val="FFFFFF"/>
          </a:solidFill>
          <a:ln w="6350">
            <a:solidFill>
              <a:srgbClr val="DAD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00725" y="7562850"/>
            <a:ext cx="486727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Alexandra Monroe</a:t>
            </a:r>
            <a:endParaRPr lang="en-US" sz="3000" dirty="0"/>
          </a:p>
        </p:txBody>
      </p:sp>
      <p:sp>
        <p:nvSpPr>
          <p:cNvPr id="28" name="Shape 26"/>
          <p:cNvSpPr/>
          <p:nvPr/>
        </p:nvSpPr>
        <p:spPr>
          <a:xfrm>
            <a:off x="8081962" y="8134350"/>
            <a:ext cx="3048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00725" y="8267700"/>
            <a:ext cx="4867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spc="216" kern="0" dirty="0">
                <a:solidFill>
                  <a:srgbClr val="8A7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REALTOR® | LUXURY SPECIALIST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5800725" y="9410700"/>
            <a:ext cx="37242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65" kern="0" dirty="0">
                <a:solidFill>
                  <a:srgbClr val="8A7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 · WORDMARK ONLY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763000" y="9410700"/>
            <a:ext cx="1905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165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 WHITE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62000" y="136207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10" kern="0" dirty="0">
                <a:solidFill>
                  <a:srgbClr val="8A7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ALEXANDRAMONROE.COM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858000" y="136207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210" kern="0" dirty="0">
                <a:solidFill>
                  <a:srgbClr val="8A7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 REFERENCE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2026-06-02T21:20:26Z</dcterms:created>
  <dcterms:modified xsi:type="dcterms:W3CDTF">2026-06-02T21:20:26Z</dcterms:modified>
</cp:coreProperties>
</file>