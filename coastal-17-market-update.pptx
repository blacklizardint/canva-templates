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6286500"/>
            <a:ext cx="8763000" cy="1562100"/>
          </a:xfrm>
          <a:prstGeom prst="rect">
            <a:avLst/>
          </a:prstGeom>
          <a:solidFill>
            <a:srgbClr val="FB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6286500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7839075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6286500"/>
            <a:ext cx="9525" cy="15621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15475" y="6286500"/>
            <a:ext cx="9525" cy="15621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8058150"/>
            <a:ext cx="8763000" cy="1562100"/>
          </a:xfrm>
          <a:prstGeom prst="rect">
            <a:avLst/>
          </a:prstGeom>
          <a:solidFill>
            <a:srgbClr val="FB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8058150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2000" y="9610725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2000" y="8058150"/>
            <a:ext cx="9525" cy="15621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15475" y="8058150"/>
            <a:ext cx="9525" cy="15621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" y="9829800"/>
            <a:ext cx="8763000" cy="1562100"/>
          </a:xfrm>
          <a:prstGeom prst="rect">
            <a:avLst/>
          </a:prstGeom>
          <a:solidFill>
            <a:srgbClr val="FB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2000" y="9829800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000" y="11382375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2000" y="9829800"/>
            <a:ext cx="9525" cy="15621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9829800"/>
            <a:ext cx="9525" cy="15621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15621000"/>
            <a:ext cx="4922788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6373475"/>
            <a:ext cx="4922788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5621000"/>
            <a:ext cx="9525" cy="7620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75263" y="15621000"/>
            <a:ext cx="9525" cy="7620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79593" y="15948118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7032" y="904875"/>
            <a:ext cx="560974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360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STORY 17 · MARKET UPDATE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2190750"/>
            <a:ext cx="14401800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75" i="0" b="1" spc="47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THE MARKET · MAY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2552700"/>
            <a:ext cx="6853238" cy="885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2000"/>
              </a:lnSpc>
            </a:pPr>
            <a:r>
              <a:rPr sz="630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Santa Lucia,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368725"/>
            <a:ext cx="8593931" cy="885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2000"/>
              </a:lnSpc>
            </a:pPr>
            <a:r>
              <a:rPr sz="63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by the numbers.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4425" y="6772275"/>
            <a:ext cx="2799636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4425" y="7191375"/>
            <a:ext cx="2799636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264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MEDIAN PRICE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29764" y="6619875"/>
            <a:ext cx="3442811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48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$2.18M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29764" y="7324725"/>
            <a:ext cx="3442811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1275" i="0" b="1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+ 4.2%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4425" y="8543925"/>
            <a:ext cx="3331369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4425" y="8963025"/>
            <a:ext cx="333136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264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DAYS ON MARKET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1684" y="8391525"/>
            <a:ext cx="1410891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48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61684" y="9096375"/>
            <a:ext cx="1410891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1275" i="0" b="1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− 6 days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4425" y="10315575"/>
            <a:ext cx="3272076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4425" y="10734675"/>
            <a:ext cx="3272076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264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ACTIVE LISTINGS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8535" y="10163175"/>
            <a:ext cx="1844040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48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28535" y="10868025"/>
            <a:ext cx="184404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1275" i="0" b="1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+ 12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3975" y="15878175"/>
            <a:ext cx="6382941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 spc="330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FULL REPORT — TAP HERE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27588" y="15911512"/>
            <a:ext cx="57912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-2057400" y="17249775"/>
            <a:ext cx="1440180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1" spc="360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