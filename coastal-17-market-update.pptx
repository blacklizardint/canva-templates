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6286500"/>
            <a:ext cx="8763000" cy="158115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628650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785812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62865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62865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8077200"/>
            <a:ext cx="8763000" cy="158115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807720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964882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80772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80772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9867900"/>
            <a:ext cx="8763000" cy="1581150"/>
          </a:xfrm>
          <a:prstGeom prst="rect">
            <a:avLst/>
          </a:prstGeom>
          <a:solidFill>
            <a:srgbClr val="FB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9867900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1143952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98679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9867900"/>
            <a:ext cx="9525" cy="1581150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516225"/>
            <a:ext cx="5833616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5833616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6091" y="15516225"/>
            <a:ext cx="9525" cy="86677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17693" y="15895731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8138" y="885825"/>
            <a:ext cx="631197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17 · MARKET UPDATE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190750"/>
            <a:ext cx="14401800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462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THE MARKET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571750"/>
            <a:ext cx="6853238" cy="885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630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Santa Lucia,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387775"/>
            <a:ext cx="8593931" cy="885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63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4425" y="6753225"/>
            <a:ext cx="3183493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4425" y="7191375"/>
            <a:ext cx="3183493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85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MEDIAN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9764" y="6619875"/>
            <a:ext cx="3442811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$2.18M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29764" y="7324725"/>
            <a:ext cx="344281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42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+ 4.2%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4425" y="8543925"/>
            <a:ext cx="3803571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4425" y="8982075"/>
            <a:ext cx="380357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85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DAYS ON MARKET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40479" y="8410575"/>
            <a:ext cx="1532096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40479" y="9115425"/>
            <a:ext cx="1532096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42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− 6 days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4425" y="10334625"/>
            <a:ext cx="3727371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4425" y="10772775"/>
            <a:ext cx="3727371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1" spc="285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ACTIVE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28535" y="10201275"/>
            <a:ext cx="184404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480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28535" y="10906125"/>
            <a:ext cx="184404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1425" i="0" b="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+ 12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62075" y="15801975"/>
            <a:ext cx="7565946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364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FULL REPORT — TAP 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5066" y="1579245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-2057400" y="17211675"/>
            <a:ext cx="14401800" cy="2190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1" spc="37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