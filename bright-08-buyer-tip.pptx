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409700"/>
            <a:ext cx="8763000" cy="9525"/>
          </a:xfrm>
          <a:prstGeom prst="rect">
            <a:avLst/>
          </a:prstGeom>
          <a:solidFill>
            <a:srgbClr val="C4CD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2000" y="771525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18433" y="21717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01668" y="21717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9134475"/>
            <a:ext cx="8763000" cy="9525"/>
          </a:xfrm>
          <a:prstGeom prst="rect">
            <a:avLst/>
          </a:prstGeom>
          <a:solidFill>
            <a:srgbClr val="C4CD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62000" y="9415462"/>
            <a:ext cx="66675" cy="66675"/>
          </a:xfrm>
          <a:prstGeom prst="ellipse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0341" y="876300"/>
            <a:ext cx="803672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0" spc="27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5400" y="762000"/>
            <a:ext cx="3282315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8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5400" y="1038225"/>
            <a:ext cx="328231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37" i="0" b="0" spc="216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6436" y="914400"/>
            <a:ext cx="2186702" cy="95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750" i="0" b="0" spc="27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08 · BUYER TIP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4538" y="2116931"/>
            <a:ext cx="3157776" cy="11906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0000"/>
              </a:lnSpc>
            </a:pPr>
            <a:r>
              <a:rPr sz="937" i="0" b="0" spc="412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TIP OF THE WEEK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-1447800" y="2559844"/>
            <a:ext cx="13182600" cy="166419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4000"/>
              </a:lnSpc>
            </a:pPr>
            <a:r>
              <a:rPr sz="63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Get pre-approved</a:t>
            </a:r>
          </a:p>
          <a:p>
            <a:pPr algn="ctr">
              <a:lnSpc>
                <a:spcPct val="104000"/>
              </a:lnSpc>
            </a:pPr>
            <a:r>
              <a:rPr sz="63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before you tour.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4509790"/>
            <a:ext cx="6477000" cy="55036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70000"/>
              </a:lnSpc>
            </a:pPr>
            <a:r>
              <a:rPr sz="1275" i="0" b="0">
                <a:solidFill>
                  <a:srgbClr val="33322E"/>
                </a:solidFill>
                <a:latin typeface="Lato"/>
                <a:ea typeface="Lato"/>
                <a:cs typeface="Lato"/>
              </a:rPr>
              <a:t>Knowing your budget up front means you can move fast on the right home — and sellers take your offer seriously.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2057400" y="5403056"/>
            <a:ext cx="14401800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247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FOR BUYERS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2975" y="9372600"/>
            <a:ext cx="4217432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9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304" y="9372600"/>
            <a:ext cx="2129314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95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SAVE FOR LATER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