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09700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77152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18433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01668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9134475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9415462"/>
            <a:ext cx="66675" cy="66675"/>
          </a:xfrm>
          <a:prstGeom prst="ellipse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341" y="876300"/>
            <a:ext cx="80367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 spc="27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76200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103822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6436" y="914400"/>
            <a:ext cx="2186702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5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08 · BUYER 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4538" y="2116931"/>
            <a:ext cx="3157776" cy="1190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TIP OF THE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447800" y="2559844"/>
            <a:ext cx="13182600" cy="166419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4000"/>
              </a:lnSpc>
            </a:pPr>
            <a:r>
              <a:rPr sz="63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Get pre-approved</a:t>
            </a:r>
          </a:p>
          <a:p>
            <a:pPr algn="ctr">
              <a:lnSpc>
                <a:spcPct val="104000"/>
              </a:lnSpc>
            </a:pPr>
            <a:r>
              <a:rPr sz="63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before you tour.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4509790"/>
            <a:ext cx="6477000" cy="55036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70000"/>
              </a:lnSpc>
            </a:pPr>
            <a:r>
              <a:rPr sz="1275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Knowing your budget up front means you can move fast on the right home — and sellers take your offer seriously.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057400" y="5403056"/>
            <a:ext cx="144018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47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FOR BUYERS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9372600"/>
            <a:ext cx="42174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304" y="9372600"/>
            <a:ext cx="212931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SAVE FOR LATER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