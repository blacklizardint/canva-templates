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525000" cy="14287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37-pinterest-p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525000" cy="14287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