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525000" cy="14287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00" cy="142875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05485" y="88582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48015" y="88582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3398639"/>
            <a:ext cx="8001000" cy="59055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98639"/>
            <a:ext cx="8001000" cy="9525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9294614"/>
            <a:ext cx="8001000" cy="9525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3398639"/>
            <a:ext cx="9525" cy="5905500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3475" y="3398639"/>
            <a:ext cx="9525" cy="5905500"/>
          </a:xfrm>
          <a:prstGeom prst="rect">
            <a:avLst/>
          </a:prstGeom>
          <a:solidFill>
            <a:srgbClr val="CED6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38686" y="13030200"/>
            <a:ext cx="2447627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38686" y="13515975"/>
            <a:ext cx="2447627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38686" y="130302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76789" y="130302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976" y="804862"/>
            <a:ext cx="2285048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378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JUST LISTED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1828800" y="1262062"/>
            <a:ext cx="13182600" cy="175557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6000"/>
              </a:lnSpc>
            </a:pPr>
            <a:r>
              <a:rPr sz="72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New on</a:t>
            </a:r>
          </a:p>
          <a:p>
            <a:pPr algn="ctr">
              <a:lnSpc>
                <a:spcPct val="96000"/>
              </a:lnSpc>
            </a:pPr>
            <a:r>
              <a:rPr sz="72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the Market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8939" y="6265664"/>
            <a:ext cx="2408158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00" i="0" b="0" spc="27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LISTING 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1828800" y="9647039"/>
            <a:ext cx="131826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117 Larkspur 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828800" y="10189964"/>
            <a:ext cx="131826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 spc="234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AUSTIN, TX · $740,000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686" y="13030200"/>
            <a:ext cx="2447627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SEE THE FULL TOUR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