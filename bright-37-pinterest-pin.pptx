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25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4287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5485" y="885825"/>
            <a:ext cx="571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48015" y="885825"/>
            <a:ext cx="571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38686" y="13030200"/>
            <a:ext cx="2447627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38686" y="13515975"/>
            <a:ext cx="2447627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8686" y="13030200"/>
            <a:ext cx="9525" cy="4953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76789" y="13030200"/>
            <a:ext cx="9525" cy="4953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9976" y="804862"/>
            <a:ext cx="2285048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0" spc="37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JUST LISTED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28800" y="1262062"/>
            <a:ext cx="13182600" cy="175557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6000"/>
              </a:lnSpc>
            </a:pPr>
            <a:r>
              <a:rPr sz="72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New on</a:t>
            </a:r>
          </a:p>
          <a:p>
            <a:pPr algn="ctr">
              <a:lnSpc>
                <a:spcPct val="96000"/>
              </a:lnSpc>
            </a:pPr>
            <a:r>
              <a:rPr sz="72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the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28800" y="9647039"/>
            <a:ext cx="13182600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117 Larkspur 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828800" y="10189964"/>
            <a:ext cx="131826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75" i="0" b="0" spc="234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AUSTIN, TX · $740,000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686" y="13030200"/>
            <a:ext cx="2447627" cy="4953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SEE THE FULL TOUR</a:t>
            </a:r>
          </a:p>
        </p:txBody>
      </p:sp>
      <p:pic>
        <p:nvPicPr>
          <p:cNvPr id="14" name="Picture 13" descr="bright-37-pinterest-pin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98639"/>
            <a:ext cx="8001000" cy="590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