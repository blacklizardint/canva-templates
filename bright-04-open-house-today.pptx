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6707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63394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4918" y="914400"/>
            <a:ext cx="3341132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04 · OPEN HOUSE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45776" y="2116931"/>
            <a:ext cx="2395299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TODAY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2616994"/>
            <a:ext cx="14401800" cy="1314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112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Today.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" y="4198144"/>
            <a:ext cx="10134600" cy="2838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35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See it before it’s gone. Doors open 1–4 PM at 117 Larkspur Lane.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4862959"/>
            <a:ext cx="144018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73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STOP BY &amp; STAY A WHILE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2770" y="9372600"/>
            <a:ext cx="2640568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TAP FOR DIRECTIONS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