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6707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63394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4918" y="914400"/>
            <a:ext cx="3341132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04 · OPEN HOUSE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5776" y="2116931"/>
            <a:ext cx="2395299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TODAY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057400" y="2616994"/>
            <a:ext cx="14401800" cy="1314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112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" y="4198144"/>
            <a:ext cx="10134600" cy="28381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60000"/>
              </a:lnSpc>
            </a:pPr>
            <a:r>
              <a:rPr sz="1350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See it before it’s gone. Doors open 1–4 PM at 117 Larkspur Lane.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4862959"/>
            <a:ext cx="144018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 spc="27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STOP BY &amp; STAY A WHILE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2770" y="9372600"/>
            <a:ext cx="264056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TAP FOR DIRECTIONS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