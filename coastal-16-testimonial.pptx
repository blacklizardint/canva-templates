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332C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457200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209675"/>
            <a:ext cx="457200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4572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209675" y="762000"/>
            <a:ext cx="9525" cy="4572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480048" y="8233470"/>
            <a:ext cx="476250" cy="7144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330702" y="8233470"/>
            <a:ext cx="476250" cy="7144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15621000"/>
            <a:ext cx="4189363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16373475"/>
            <a:ext cx="4189363" cy="9525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2000" y="15621000"/>
            <a:ext cx="9525" cy="7620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41838" y="15621000"/>
            <a:ext cx="9525" cy="762000"/>
          </a:xfrm>
          <a:prstGeom prst="rect">
            <a:avLst/>
          </a:prstGeom>
          <a:solidFill>
            <a:srgbClr val="F3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79593" y="15948118"/>
            <a:ext cx="107763" cy="107763"/>
          </a:xfrm>
          <a:prstGeom prst="rect">
            <a:avLst/>
          </a:prstGeom>
          <a:solidFill>
            <a:srgbClr val="A98B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9242" y="885825"/>
            <a:ext cx="865108" cy="2095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65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MV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5084" y="904875"/>
            <a:ext cx="5020866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1" spc="36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STORY 16 · TESTIMONIAL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-2057400" y="5715000"/>
            <a:ext cx="14401800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2100" i="0" b="0" spc="750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★★★★★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2000" y="6353175"/>
            <a:ext cx="8763000" cy="1226641"/>
          </a:xfrm>
          <a:prstGeom prst="rect">
            <a:avLst/>
          </a:prstGeom>
          <a:noFill/>
        </p:spPr>
        <p:txBody>
          <a:bodyPr wrap="square" anchor="t" lIns="0" rIns="0" tIns="0" bIns="0"/>
          <a:lstStyle/>
          <a:p>
            <a:pPr algn="ctr">
              <a:lnSpc>
                <a:spcPct val="140000"/>
              </a:lnSpc>
            </a:pPr>
            <a:r>
              <a:rPr sz="345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Marisol read the market perfectly and negotiated like it was her own home.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27797" y="7960816"/>
            <a:ext cx="3631406" cy="3524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2400" i="1" b="0">
                <a:solidFill>
                  <a:srgbClr val="F3EEE7"/>
                </a:solidFill>
                <a:latin typeface="Newsreader"/>
                <a:ea typeface="Newsreader"/>
                <a:cs typeface="Newsreader"/>
              </a:rPr>
              <a:t>Jenna &amp; Cole 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27797" y="8351341"/>
            <a:ext cx="3631406" cy="1619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125" i="0" b="0" spc="202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SANTA LUCIA, 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3975" y="15878175"/>
            <a:ext cx="5209461" cy="2476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1" spc="33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READ MORE REVIEWS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4163" y="15911512"/>
            <a:ext cx="57912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00" i="0" b="0">
                <a:solidFill>
                  <a:srgbClr val="A98BA6"/>
                </a:solidFill>
                <a:latin typeface="Hanken Grotesk"/>
                <a:ea typeface="Hanken Grotesk"/>
                <a:cs typeface="Hanken Grotesk"/>
              </a:rPr>
              <a:t>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-2057400" y="17249775"/>
            <a:ext cx="14401800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1" spc="360">
                <a:solidFill>
                  <a:srgbClr val="F3EEE7"/>
                </a:solidFill>
                <a:latin typeface="Hanken Grotesk"/>
                <a:ea typeface="Hanken Grotesk"/>
                <a:cs typeface="Hanken Grotesk"/>
              </a:rPr>
              <a:t>@MARISOLVANCE  ◆  MARISOLVANCE.COM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