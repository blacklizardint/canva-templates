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572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209675"/>
            <a:ext cx="4572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572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9675" y="762000"/>
            <a:ext cx="9525" cy="4572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7350" y="8138220"/>
            <a:ext cx="476250" cy="7144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13252" y="8138220"/>
            <a:ext cx="476250" cy="7144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15840075"/>
            <a:ext cx="3022997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16373475"/>
            <a:ext cx="3022997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15840075"/>
            <a:ext cx="9525" cy="5429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75472" y="15840075"/>
            <a:ext cx="9525" cy="5429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1493" y="16057656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242" y="885825"/>
            <a:ext cx="865108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0602" y="938212"/>
            <a:ext cx="3348038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4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STORY 16 · TESTIMONIAL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2057400" y="5715000"/>
            <a:ext cx="14401800" cy="314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2100" i="0" b="0" spc="75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★★★★★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6353175"/>
            <a:ext cx="8763000" cy="122664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40000"/>
              </a:lnSpc>
            </a:pPr>
            <a:r>
              <a:rPr sz="34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read the market perfectly and negotiated like it was her own home.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5524" y="7960816"/>
            <a:ext cx="2615803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6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Jenna &amp; Cole 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5524" y="8208466"/>
            <a:ext cx="2615803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165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SANTA LUCIA, 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6825" y="16035338"/>
            <a:ext cx="3526155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 spc="231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READ MORE REVIEWS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5897" y="16021050"/>
            <a:ext cx="579120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i="0" b="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2057400" y="17306925"/>
            <a:ext cx="14401800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1" spc="264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@MARISOLVANCE  ◆  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