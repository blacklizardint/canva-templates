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80048" y="8266807"/>
            <a:ext cx="476250" cy="7144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0702" y="8266807"/>
            <a:ext cx="476250" cy="7144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516225"/>
            <a:ext cx="4959251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4959251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516225"/>
            <a:ext cx="9525" cy="86677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1726" y="15516225"/>
            <a:ext cx="9525" cy="86677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17693" y="15895731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0661" y="885825"/>
            <a:ext cx="5635942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7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STORY 16 · TESTIMONIAL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715000"/>
            <a:ext cx="1440180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100" i="0" b="0" spc="75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6353175"/>
            <a:ext cx="8763000" cy="12266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40000"/>
              </a:lnSpc>
            </a:pPr>
            <a:r>
              <a:rPr sz="34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Marisol read the market perfectly and negotiated like it was her own home.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797" y="7960816"/>
            <a:ext cx="3631406" cy="3524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40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Jenna &amp; Cole 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27797" y="8370391"/>
            <a:ext cx="363140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28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SANTA LUCIA, 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2075" y="15801975"/>
            <a:ext cx="6166961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364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READ MORE REVIEWS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0701" y="1579245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2057400" y="17211675"/>
            <a:ext cx="144018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7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