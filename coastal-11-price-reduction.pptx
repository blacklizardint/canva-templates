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35747" y="6281738"/>
            <a:ext cx="2615505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1469" y="785812"/>
            <a:ext cx="306705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11 · PRICE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313" y="3433762"/>
            <a:ext cx="2990374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1" spc="36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PRICE IMPROVED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1442" y="3738562"/>
            <a:ext cx="6983968" cy="904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5000"/>
              </a:lnSpc>
            </a:pPr>
            <a:r>
              <a:rPr sz="75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New 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774" y="4757738"/>
            <a:ext cx="323945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05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On a home that hasn’t moved.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5852" y="5319712"/>
            <a:ext cx="4084320" cy="590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050" i="0" b="0">
                <a:solidFill>
                  <a:srgbClr val="8A8090"/>
                </a:solidFill>
                <a:latin typeface="Newsreader"/>
                <a:ea typeface="Newsreader"/>
                <a:cs typeface="Newsreader"/>
              </a:rPr>
              <a:t>$3,495,000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7220" y="5481638"/>
            <a:ext cx="74676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800" i="0" b="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5288" y="5233988"/>
            <a:ext cx="5181600" cy="762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52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$3,250,000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0596" y="6481762"/>
            <a:ext cx="456580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9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17 Tidewater 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0596" y="6805612"/>
            <a:ext cx="456580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Santa Lucia, California · 4 BD · 3 BA · 3,140 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3077" y="9515475"/>
            <a:ext cx="229647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TOUR THIS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