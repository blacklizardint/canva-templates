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0287000"/>
  <p:notesSz cx="10287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6750" y="666750"/>
            <a:ext cx="342900" cy="342900"/>
          </a:xfrm>
          <a:prstGeom prst="rect">
            <a:avLst/>
          </a:prstGeom>
          <a:ln w="635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6750" y="66675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2" i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AM</a:t>
            </a:r>
            <a:endParaRPr lang="en-US" sz="1242" dirty="0"/>
          </a:p>
        </p:txBody>
      </p:sp>
      <p:sp>
        <p:nvSpPr>
          <p:cNvPr id="4" name="Text 2"/>
          <p:cNvSpPr/>
          <p:nvPr/>
        </p:nvSpPr>
        <p:spPr>
          <a:xfrm>
            <a:off x="1143000" y="666750"/>
            <a:ext cx="400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Alexandra Monroe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43000" y="904875"/>
            <a:ext cx="476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spc="168" kern="0" dirty="0">
                <a:solidFill>
                  <a:srgbClr val="5C5B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REALTOR® | LUXURY SPECIALIST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5048250" y="762000"/>
            <a:ext cx="457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240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 · TODAY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66750" y="1238250"/>
            <a:ext cx="8953500" cy="0"/>
          </a:xfrm>
          <a:prstGeom prst="line">
            <a:avLst/>
          </a:prstGeom>
          <a:noFill/>
          <a:ln w="6350">
            <a:solidFill>
              <a:srgbClr val="CFCB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6750" y="1428750"/>
            <a:ext cx="3657600" cy="4381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9" name="Shape 7"/>
          <p:cNvSpPr/>
          <p:nvPr/>
        </p:nvSpPr>
        <p:spPr>
          <a:xfrm>
            <a:off x="895350" y="1609725"/>
            <a:ext cx="76200" cy="76200"/>
          </a:xfrm>
          <a:prstGeom prst="diamond">
            <a:avLst/>
          </a:prstGeom>
          <a:solidFill>
            <a:srgbClr val="C9A84C"/>
          </a:solidFill>
          <a:ln/>
        </p:spPr>
      </p:sp>
      <p:sp>
        <p:nvSpPr>
          <p:cNvPr id="10" name="Text 8"/>
          <p:cNvSpPr/>
          <p:nvPr/>
        </p:nvSpPr>
        <p:spPr>
          <a:xfrm>
            <a:off x="1047750" y="1428750"/>
            <a:ext cx="28956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spc="390" kern="0" dirty="0">
                <a:solidFill>
                  <a:srgbClr val="F5F0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 HOUSE TODAY</a:t>
            </a:r>
            <a:endParaRPr lang="en-US" sz="975" dirty="0"/>
          </a:p>
        </p:txBody>
      </p:sp>
      <p:sp>
        <p:nvSpPr>
          <p:cNvPr id="11" name="Shape 9"/>
          <p:cNvSpPr/>
          <p:nvPr/>
        </p:nvSpPr>
        <p:spPr>
          <a:xfrm>
            <a:off x="4019550" y="1609725"/>
            <a:ext cx="76200" cy="76200"/>
          </a:xfrm>
          <a:prstGeom prst="diamond">
            <a:avLst/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666750" y="1962150"/>
            <a:ext cx="89535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350" i="1" spc="-200" kern="0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Today.</a:t>
            </a:r>
            <a:endParaRPr lang="en-US" sz="13350" dirty="0"/>
          </a:p>
        </p:txBody>
      </p:sp>
      <p:sp>
        <p:nvSpPr>
          <p:cNvPr id="13" name="Text 11"/>
          <p:cNvSpPr/>
          <p:nvPr/>
        </p:nvSpPr>
        <p:spPr>
          <a:xfrm>
            <a:off x="666750" y="4305300"/>
            <a:ext cx="2476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spc="-100" kern="0" dirty="0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1—4PM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3352800" y="4305300"/>
            <a:ext cx="3810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210" kern="0" dirty="0">
                <a:solidFill>
                  <a:srgbClr val="8A7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ADDRESS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352800" y="4476750"/>
            <a:ext cx="476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428 Ridgemont Drive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352800" y="4819650"/>
            <a:ext cx="476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dirty="0">
                <a:solidFill>
                  <a:srgbClr val="8A7D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Scottsdale, Arizona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666750" y="5524500"/>
            <a:ext cx="666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25" i="1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See it before it's gone. Light bites and a glass of something cold on the patio.</a:t>
            </a:r>
            <a:endParaRPr lang="en-US" sz="1125" dirty="0"/>
          </a:p>
        </p:txBody>
      </p:sp>
      <p:sp>
        <p:nvSpPr>
          <p:cNvPr id="18" name="Shape 16"/>
          <p:cNvSpPr/>
          <p:nvPr/>
        </p:nvSpPr>
        <p:spPr>
          <a:xfrm>
            <a:off x="666750" y="9296400"/>
            <a:ext cx="8953500" cy="0"/>
          </a:xfrm>
          <a:prstGeom prst="line">
            <a:avLst/>
          </a:prstGeom>
          <a:noFill/>
          <a:ln w="6350">
            <a:solidFill>
              <a:srgbClr val="CFCB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6750" y="9534525"/>
            <a:ext cx="66675" cy="66675"/>
          </a:xfrm>
          <a:prstGeom prst="diamond">
            <a:avLst/>
          </a:prstGeom>
          <a:solidFill>
            <a:srgbClr val="C9A84C"/>
          </a:solidFill>
          <a:ln/>
        </p:spPr>
      </p:sp>
      <p:sp>
        <p:nvSpPr>
          <p:cNvPr id="20" name="Text 18"/>
          <p:cNvSpPr/>
          <p:nvPr/>
        </p:nvSpPr>
        <p:spPr>
          <a:xfrm>
            <a:off x="857250" y="9486900"/>
            <a:ext cx="6096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10" kern="0" dirty="0">
                <a:solidFill>
                  <a:srgbClr val="4544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@ALEXANDRAMONROE · ALEXANDRAMONROE.COM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048250" y="9486900"/>
            <a:ext cx="457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10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SEE YOU TODAY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2026-06-02T20:59:01Z</dcterms:created>
  <dcterms:modified xsi:type="dcterms:W3CDTF">2026-06-02T20:59:01Z</dcterms:modified>
</cp:coreProperties>
</file>