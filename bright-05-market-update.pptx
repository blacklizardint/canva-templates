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1118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48983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35301" y="4007644"/>
            <a:ext cx="9525" cy="79057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2025" y="4007644"/>
            <a:ext cx="9525" cy="79057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3821" y="914400"/>
            <a:ext cx="2894886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05 · MARKET 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834" y="2116931"/>
            <a:ext cx="2989183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MARKET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2540794"/>
            <a:ext cx="14401800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54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Austin, 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3321844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27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475" y="4007644"/>
            <a:ext cx="4048601" cy="561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9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$612K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475" y="4664869"/>
            <a:ext cx="404860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12" i="0" b="0" spc="1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MEDIAN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9006" y="4007644"/>
            <a:ext cx="4048839" cy="561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9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9006" y="4664869"/>
            <a:ext cx="404883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12" i="0" b="0" spc="1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DAYS ON MARKET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5731" y="4007644"/>
            <a:ext cx="4048839" cy="561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9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2.4mo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5731" y="4664869"/>
            <a:ext cx="404883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12" i="0" b="0" spc="1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6411" y="9372600"/>
            <a:ext cx="250674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FULL REPORT IN BIO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