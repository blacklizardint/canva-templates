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9786" y="98107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5714" y="98107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62500" y="6802041"/>
            <a:ext cx="76200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22258" y="900112"/>
            <a:ext cx="4642485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7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BLACK LIZARD INTERACTIVE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00" y="5070872"/>
            <a:ext cx="140970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487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THE BRIGHT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905000" y="5432822"/>
            <a:ext cx="14097000" cy="10453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8000"/>
              </a:lnSpc>
            </a:pPr>
            <a:r>
              <a:rPr sz="84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905000" y="7135416"/>
            <a:ext cx="140970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7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BRIGHT &amp; AIRY REAL ESTATE BRANDING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905000" y="7516416"/>
            <a:ext cx="14097000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2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40 editable Canva templates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905000" y="11839575"/>
            <a:ext cx="140970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8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FEED POSTS · STORIES · HIGHLIGHTS · 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