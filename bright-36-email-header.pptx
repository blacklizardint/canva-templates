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381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6-email-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381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