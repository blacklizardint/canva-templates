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381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3810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430000" cy="3810000"/>
          </a:xfrm>
          <a:prstGeom prst="rect">
            <a:avLst/>
          </a:prstGeom>
          <a:solidFill>
            <a:srgbClr val="EDE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381625" y="1100138"/>
            <a:ext cx="666750" cy="666750"/>
          </a:xfrm>
          <a:prstGeom prst="ellipse">
            <a:avLst/>
          </a:prstGeom>
          <a:noFill/>
          <a:ln w="9525">
            <a:solidFill>
              <a:srgbClr val="97A9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500688" y="1290638"/>
            <a:ext cx="1066800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2250" i="0" b="0">
                <a:solidFill>
                  <a:srgbClr val="97A98C"/>
                </a:solidFill>
                <a:latin typeface="Cormorant Garamond"/>
                <a:ea typeface="Cormorant Garamond"/>
                <a:cs typeface="Cormorant Garamond"/>
              </a:rPr>
              <a:t>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549" y="1938338"/>
            <a:ext cx="4302204" cy="523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600" i="1" b="0">
                <a:solidFill>
                  <a:srgbClr val="33322E"/>
                </a:solidFill>
                <a:latin typeface="Cormorant Garamond"/>
                <a:ea typeface="Cormorant Garamond"/>
                <a:cs typeface="Cormorant Garamond"/>
              </a:rPr>
              <a:t>Maya Ellison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49229" y="2557462"/>
            <a:ext cx="4111228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315">
                <a:solidFill>
                  <a:srgbClr val="8A867E"/>
                </a:solidFill>
                <a:latin typeface="Poppins"/>
                <a:ea typeface="Poppins"/>
                <a:cs typeface="Poppins"/>
              </a:rPr>
              <a:t>REALTOR®  |  MODERN LIVING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