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ln w="6350">
            <a:solidFill>
              <a:srgbClr val="C9A84C">
                <a:alpha val="10000"/>
              </a:srgbClr>
            </a:solidFill>
            <a:prstDash val="solid"/>
          </a:ln>
        </p:spPr>
      </p:sp>
      <p:pic>
        <p:nvPicPr>
          <p:cNvPr id="4" name="Image 0" descr="For Sa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2762250"/>
            <a:ext cx="209550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05400" y="5829300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spc="108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SALE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81000" y="7048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7D7A7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2026-06-02T21:12:28Z</dcterms:created>
  <dcterms:modified xsi:type="dcterms:W3CDTF">2026-06-02T21:12:28Z</dcterms:modified>
</cp:coreProperties>
</file>