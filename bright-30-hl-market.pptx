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EDE7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714750" y="3228975"/>
            <a:ext cx="2857500" cy="9525"/>
          </a:xfrm>
          <a:prstGeom prst="rect">
            <a:avLst/>
          </a:prstGeom>
          <a:solidFill>
            <a:srgbClr val="97A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714750" y="6076950"/>
            <a:ext cx="2857500" cy="9525"/>
          </a:xfrm>
          <a:prstGeom prst="rect">
            <a:avLst/>
          </a:prstGeom>
          <a:solidFill>
            <a:srgbClr val="97A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714750" y="3228975"/>
            <a:ext cx="9525" cy="2857500"/>
          </a:xfrm>
          <a:prstGeom prst="rect">
            <a:avLst/>
          </a:prstGeom>
          <a:solidFill>
            <a:srgbClr val="97A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62725" y="3228975"/>
            <a:ext cx="9525" cy="2857500"/>
          </a:xfrm>
          <a:prstGeom prst="rect">
            <a:avLst/>
          </a:prstGeom>
          <a:solidFill>
            <a:srgbClr val="97A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905375" y="7048500"/>
            <a:ext cx="476250" cy="9525"/>
          </a:xfrm>
          <a:prstGeom prst="rect">
            <a:avLst/>
          </a:prstGeom>
          <a:solidFill>
            <a:srgbClr val="E6D2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1661" y="6562725"/>
            <a:ext cx="2498646" cy="3143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650" i="0" b="0" spc="693">
                <a:solidFill>
                  <a:srgbClr val="33322E"/>
                </a:solidFill>
                <a:latin typeface="Poppins"/>
                <a:ea typeface="Poppins"/>
                <a:cs typeface="Poppins"/>
              </a:rPr>
              <a:t>MARKET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