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1661" y="6562725"/>
            <a:ext cx="2498646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MARKET</a:t>
            </a:r>
          </a:p>
        </p:txBody>
      </p:sp>
      <p:pic>
        <p:nvPicPr>
          <p:cNvPr id="6" name="Picture 5" descr="bright-30-hl-marke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