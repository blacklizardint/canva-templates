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087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163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5610" y="16011525"/>
            <a:ext cx="4815632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35610" y="16859250"/>
            <a:ext cx="4815632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5610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1716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4739" y="5334000"/>
            <a:ext cx="303752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SOLD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6124575"/>
            <a:ext cx="14097000" cy="1719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142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8250" y="8224838"/>
            <a:ext cx="7810500" cy="82272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0000"/>
              </a:lnSpc>
            </a:pPr>
            <a:r>
              <a:rPr sz="20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Another happy family in their dream home. Congratulations on 117 Larkspur Lane.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9466659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LISTED &amp; CLOSED BY MAYA ELLISON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5610" y="16011525"/>
            <a:ext cx="4815632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THINKING OF SELLING?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