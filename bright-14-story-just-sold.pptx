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0713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9537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5786" y="16221075"/>
            <a:ext cx="3895279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95786" y="16935450"/>
            <a:ext cx="3895279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95786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1540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2141" y="5334000"/>
            <a:ext cx="2702719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0" spc="48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JUST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6067425"/>
            <a:ext cx="14097000" cy="17192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142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Sold.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8167688"/>
            <a:ext cx="7810500" cy="8227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60000"/>
              </a:lnSpc>
            </a:pPr>
            <a:r>
              <a:rPr sz="2025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Another happy family in their dream home. Congratulations on 117 Larkspur Lane.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905000" y="9409509"/>
            <a:ext cx="14097000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1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LISTED &amp; CLOSED BY MAYA ELLISON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786" y="16221075"/>
            <a:ext cx="3895279" cy="7239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i="0" b="0" spc="39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THINKING OF SELLING?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905000" y="17211675"/>
            <a:ext cx="140970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9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