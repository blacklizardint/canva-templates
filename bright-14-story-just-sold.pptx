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39455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80646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07172" y="16535400"/>
            <a:ext cx="2672507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07172" y="17021175"/>
            <a:ext cx="2672507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07172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0154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8173" y="5376862"/>
            <a:ext cx="2130504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SOLD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6024562"/>
            <a:ext cx="14097000" cy="1719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142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250" y="8067675"/>
            <a:ext cx="7048500" cy="6893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0000"/>
              </a:lnSpc>
            </a:pPr>
            <a:r>
              <a:rPr sz="165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Another happy family in their dream home. Congratulations on 117 Larkspur Lane.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905000" y="9138047"/>
            <a:ext cx="140970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7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LISTED &amp; CLOSED BY MAYA ELLISON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7172" y="16535400"/>
            <a:ext cx="2672507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THINKING OF SELLING?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