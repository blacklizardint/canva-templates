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eature interior photo 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1430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287000" cy="3429000"/>
          </a:xfrm>
          <a:prstGeom prst="rect">
            <a:avLst/>
          </a:prstGeom>
          <a:solidFill>
            <a:srgbClr val="0A0A0A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144000"/>
            <a:ext cx="10287000" cy="2286000"/>
          </a:xfrm>
          <a:prstGeom prst="rect">
            <a:avLst/>
          </a:prstGeom>
          <a:solidFill>
            <a:srgbClr val="0A0A0A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ln w="6350">
            <a:solidFill>
              <a:srgbClr val="F5F0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656" dirty="0"/>
          </a:p>
        </p:txBody>
      </p:sp>
      <p:sp>
        <p:nvSpPr>
          <p:cNvPr id="7" name="Text 4"/>
          <p:cNvSpPr/>
          <p:nvPr/>
        </p:nvSpPr>
        <p:spPr>
          <a:xfrm>
            <a:off x="4762500" y="89535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C6C2B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 07 · HIGHLIGHT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62000" y="10058400"/>
            <a:ext cx="876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6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BEHIND THE DOOR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2000" y="10287000"/>
            <a:ext cx="876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428 Ridgemont Drive</a:t>
            </a:r>
            <a:endParaRPr lang="en-US" sz="4200" dirty="0"/>
          </a:p>
        </p:txBody>
      </p:sp>
      <p:sp>
        <p:nvSpPr>
          <p:cNvPr id="10" name="Shape 7"/>
          <p:cNvSpPr/>
          <p:nvPr/>
        </p:nvSpPr>
        <p:spPr>
          <a:xfrm>
            <a:off x="0" y="11430000"/>
            <a:ext cx="10287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8"/>
          <p:cNvSpPr/>
          <p:nvPr/>
        </p:nvSpPr>
        <p:spPr>
          <a:xfrm>
            <a:off x="762000" y="119634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428750" y="11963400"/>
            <a:ext cx="809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ED9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Chef's kitchen with Calacatta marble island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2000" y="128778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428750" y="12877800"/>
            <a:ext cx="809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ED9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Floor-to-ceiling glazing, mountain views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62000" y="137922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428750" y="13792200"/>
            <a:ext cx="809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ED9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Resort-style pool and outdoor kitchen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62000" y="16535400"/>
            <a:ext cx="8763000" cy="7048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Shape 15"/>
          <p:cNvSpPr/>
          <p:nvPr/>
        </p:nvSpPr>
        <p:spPr>
          <a:xfrm>
            <a:off x="1047750" y="16849725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19" name="Text 16"/>
          <p:cNvSpPr/>
          <p:nvPr/>
        </p:nvSpPr>
        <p:spPr>
          <a:xfrm>
            <a:off x="1276350" y="16535400"/>
            <a:ext cx="66675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36" kern="0" dirty="0">
                <a:solidFill>
                  <a:srgbClr val="F5F0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ALL PHOTOS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572500" y="16535400"/>
            <a:ext cx="762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2026-06-02T21:15:35Z</dcterms:created>
  <dcterms:modified xsi:type="dcterms:W3CDTF">2026-06-02T21:15:35Z</dcterms:modified>
</cp:coreProperties>
</file>