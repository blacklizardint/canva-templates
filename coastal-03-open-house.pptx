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146971"/>
            <a:ext cx="571500" cy="7144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66679" y="3477964"/>
            <a:ext cx="9525" cy="762000"/>
          </a:xfrm>
          <a:prstGeom prst="rect">
            <a:avLst/>
          </a:prstGeom>
          <a:solidFill>
            <a:srgbClr val="595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7203" y="785812"/>
            <a:ext cx="2433876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03 · OPEN 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1619250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YOU’RE INVITED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1924050"/>
            <a:ext cx="14706600" cy="101337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5000"/>
              </a:lnSpc>
            </a:pPr>
            <a:r>
              <a:rPr sz="84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Open House.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477964"/>
            <a:ext cx="4266486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THE ADDRESS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68464"/>
            <a:ext cx="4266486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0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068514"/>
            <a:ext cx="4266486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0" spc="165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SANTA LUCIA, 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7704" y="3477964"/>
            <a:ext cx="2798683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THE 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47704" y="3668464"/>
            <a:ext cx="2798683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5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Sat · June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47704" y="4087564"/>
            <a:ext cx="279868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050" i="0" b="1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1:00 — 4:00 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81218" y="9515475"/>
            <a:ext cx="284345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RSVP VIA LINK IN BIO</a:t>
            </a:r>
          </a:p>
        </p:txBody>
      </p:sp>
      <p:pic>
        <p:nvPicPr>
          <p:cNvPr id="26" name="Picture 25" descr="coastal-03-open-hous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4582864"/>
            <a:ext cx="89535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