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4283" y="6562725"/>
            <a:ext cx="2426256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BUYERS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