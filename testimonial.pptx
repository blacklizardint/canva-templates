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REVIEWS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428750"/>
            <a:ext cx="895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019300"/>
            <a:ext cx="800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4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 </a:t>
            </a:r>
            <a:pPr algn="ctr" indent="0" marL="0">
              <a:lnSpc>
                <a:spcPct val="130000"/>
              </a:lnSpc>
              <a:buNone/>
            </a:pPr>
            <a:r>
              <a:rPr lang="en-US" sz="28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made the entire process seamless. We were under contract in 4 days and closed without a single hiccup. She is simply the best.</a:t>
            </a:r>
            <a:pPr algn="ctr" indent="0" marL="0">
              <a:lnSpc>
                <a:spcPct val="130000"/>
              </a:lnSpc>
              <a:buNone/>
            </a:pPr>
            <a:r>
              <a:rPr lang="en-US" sz="34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”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3429000" y="4552950"/>
            <a:ext cx="3810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7000" y="4552950"/>
            <a:ext cx="3810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0500" y="4381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Sarah &amp; David 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00500" y="4629150"/>
            <a:ext cx="228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240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PHOENIX, AZ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BAB7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REVIEWS ⤴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