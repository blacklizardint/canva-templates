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3810000"/>
  <p:notesSz cx="3810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485900"/>
            <a:ext cx="838200" cy="838200"/>
          </a:xfrm>
          <a:prstGeom prst="rect">
            <a:avLst/>
          </a:prstGeom>
          <a:ln w="635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1485900"/>
            <a:ext cx="838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6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3036" dirty="0"/>
          </a:p>
        </p:txBody>
      </p:sp>
      <p:sp>
        <p:nvSpPr>
          <p:cNvPr id="4" name="Text 2"/>
          <p:cNvSpPr/>
          <p:nvPr/>
        </p:nvSpPr>
        <p:spPr>
          <a:xfrm>
            <a:off x="1905000" y="114300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6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MARKET UPDATE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05000" y="13906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i="1" spc="-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Scottsdale, May 2026.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905000" y="22669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BA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Median price, days on market, and the five listings to know this month.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334500" y="1428750"/>
            <a:ext cx="0" cy="952500"/>
          </a:xfrm>
          <a:prstGeom prst="line">
            <a:avLst/>
          </a:prstGeom>
          <a:noFill/>
          <a:ln w="6350">
            <a:solidFill>
              <a:srgbClr val="343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20250" y="14287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20250" y="177165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 05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