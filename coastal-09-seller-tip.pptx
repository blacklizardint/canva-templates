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19200"/>
            <a:ext cx="8953500" cy="9525"/>
          </a:xfrm>
          <a:prstGeom prst="rect">
            <a:avLst/>
          </a:prstGeom>
          <a:solidFill>
            <a:srgbClr val="5D5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3429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00125"/>
            <a:ext cx="342900" cy="9525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3429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0125" y="666750"/>
            <a:ext cx="9525" cy="3429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3876080"/>
            <a:ext cx="2622947" cy="285750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5588198"/>
            <a:ext cx="9525" cy="51792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5D57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A98B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8067" y="762000"/>
            <a:ext cx="733187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685800"/>
            <a:ext cx="3477101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35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904875"/>
            <a:ext cx="3477101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1" spc="168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REALTOR® · COASTAL SPECIALIST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2035" y="785812"/>
            <a:ext cx="229814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4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09 · SELLER TIP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961805"/>
            <a:ext cx="4029075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47">
                <a:solidFill>
                  <a:srgbClr val="332C46"/>
                </a:solidFill>
                <a:latin typeface="Hanken Grotesk"/>
                <a:ea typeface="Hanken Grotesk"/>
                <a:cs typeface="Hanken Grotesk"/>
              </a:rPr>
              <a:t>TIP OF THE WEEK · SELLERS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4447580"/>
            <a:ext cx="13792200" cy="854869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2000"/>
              </a:lnSpc>
            </a:pPr>
            <a:r>
              <a:rPr sz="6600" i="1" b="0">
                <a:solidFill>
                  <a:srgbClr val="F3EEE7"/>
                </a:solidFill>
                <a:latin typeface="Newsreader"/>
                <a:ea typeface="Newsreader"/>
                <a:cs typeface="Newsreader"/>
              </a:rPr>
              <a:t>Stage the first ten feet.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875" y="5588198"/>
            <a:ext cx="6477000" cy="51792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70000"/>
              </a:lnSpc>
            </a:pPr>
            <a:r>
              <a:rPr sz="1200" i="0" b="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Buyers decide in the first ten feet of the entry. Fresh flowers, clear sightlines, and one beautiful object beat a whole house of clutter. First impressions close deals.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6353770"/>
            <a:ext cx="147066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75" i="1" b="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— A note from Marisol Vance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9515475"/>
            <a:ext cx="4855607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F3EEE7"/>
                </a:solidFill>
                <a:latin typeface="Hanken Grotesk"/>
                <a:ea typeface="Hanken Grotesk"/>
                <a:cs typeface="Hanken Grotesk"/>
              </a:rPr>
              <a:t>@MARISOLVANCE · MARISOLVANCE.COM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0864" y="9515475"/>
            <a:ext cx="3564017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210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GET YOUR HOME 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