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1409700"/>
            <a:ext cx="8763000" cy="9525"/>
          </a:xfrm>
          <a:prstGeom prst="rect">
            <a:avLst/>
          </a:prstGeom>
          <a:solidFill>
            <a:srgbClr val="C4CD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2000" y="771525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393" y="21717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45857" y="21717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580" y="5167610"/>
            <a:ext cx="9525" cy="571500"/>
          </a:xfrm>
          <a:prstGeom prst="rect">
            <a:avLst/>
          </a:prstGeom>
          <a:solidFill>
            <a:srgbClr val="CED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9134475"/>
            <a:ext cx="8763000" cy="9525"/>
          </a:xfrm>
          <a:prstGeom prst="rect">
            <a:avLst/>
          </a:prstGeom>
          <a:solidFill>
            <a:srgbClr val="C4CD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2000" y="9415462"/>
            <a:ext cx="66675" cy="66675"/>
          </a:xfrm>
          <a:prstGeom prst="ellipse">
            <a:avLst/>
          </a:prstGeom>
          <a:solidFill>
            <a:srgbClr val="E6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341" y="876300"/>
            <a:ext cx="803672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0" spc="27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5400" y="762000"/>
            <a:ext cx="3282315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8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5400" y="1038225"/>
            <a:ext cx="3282315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37" i="0" b="0" spc="216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0493" y="914400"/>
            <a:ext cx="2452211" cy="95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750" i="0" b="0" spc="27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03 · OPEN HOUSE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4028" y="2116931"/>
            <a:ext cx="2978944" cy="11906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00000"/>
              </a:lnSpc>
            </a:pPr>
            <a:r>
              <a:rPr sz="937" i="0" b="0" spc="412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YOU’RE INVITED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2057400" y="2578894"/>
            <a:ext cx="14401800" cy="22077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5000"/>
              </a:lnSpc>
            </a:pPr>
            <a:r>
              <a:rPr sz="915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Open</a:t>
            </a:r>
          </a:p>
          <a:p>
            <a:pPr algn="ctr">
              <a:lnSpc>
                <a:spcPct val="95000"/>
              </a:lnSpc>
            </a:pPr>
            <a:r>
              <a:rPr sz="915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House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22446" y="5167610"/>
            <a:ext cx="1978581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22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SATURDAY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22446" y="5377160"/>
            <a:ext cx="1978581" cy="3619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255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June 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8765" y="5167610"/>
            <a:ext cx="2036683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22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8765" y="5377160"/>
            <a:ext cx="2036683" cy="3619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255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1–4 PM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-2057400" y="6101060"/>
            <a:ext cx="14401800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050" i="0" b="0" spc="189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117 LARKSPUR LANE · AUSTIN, TX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2975" y="9372600"/>
            <a:ext cx="4217432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9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3314" y="9372600"/>
            <a:ext cx="1775698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95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RSVP VIA DM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