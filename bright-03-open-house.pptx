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409700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2000" y="77152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393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45857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20580" y="5167610"/>
            <a:ext cx="9525" cy="571500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9134475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2000" y="9415462"/>
            <a:ext cx="66675" cy="66675"/>
          </a:xfrm>
          <a:prstGeom prst="ellipse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341" y="876300"/>
            <a:ext cx="803672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 spc="27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76200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103822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0493" y="914400"/>
            <a:ext cx="2452211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75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03 · OPEN HOUSE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4028" y="2116931"/>
            <a:ext cx="2978944" cy="1190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937" i="0" b="0" spc="41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YOU’RE INVITED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2057400" y="2578894"/>
            <a:ext cx="14401800" cy="220771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5000"/>
              </a:lnSpc>
            </a:pPr>
            <a:r>
              <a:rPr sz="915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Open</a:t>
            </a:r>
          </a:p>
          <a:p>
            <a:pPr algn="ctr">
              <a:lnSpc>
                <a:spcPct val="95000"/>
              </a:lnSpc>
            </a:pPr>
            <a:r>
              <a:rPr sz="915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House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2446" y="5167610"/>
            <a:ext cx="197858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2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SATURDAY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2446" y="5377160"/>
            <a:ext cx="1978581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255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June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8765" y="5167610"/>
            <a:ext cx="203668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2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8765" y="5377160"/>
            <a:ext cx="2036683" cy="361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255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1–4 PM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2057400" y="6101060"/>
            <a:ext cx="14401800" cy="2000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050" i="0" b="0" spc="189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117 LARKSPUR LANE · AUSTIN, TX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975" y="9372600"/>
            <a:ext cx="42174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3314" y="9372600"/>
            <a:ext cx="177569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RSVP VIA 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