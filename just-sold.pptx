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5C5B5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JUST SOLD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2019300"/>
            <a:ext cx="7620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6250" y="1952625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JUST SOLD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96000" y="2019300"/>
            <a:ext cx="762000" cy="0"/>
          </a:xfrm>
          <a:prstGeom prst="line">
            <a:avLst/>
          </a:prstGeom>
          <a:noFill/>
          <a:ln w="9525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6750" y="2381250"/>
            <a:ext cx="8953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60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Sold.</a:t>
            </a:r>
            <a:endParaRPr lang="en-US" sz="12600" dirty="0"/>
          </a:p>
        </p:txBody>
      </p:sp>
      <p:sp>
        <p:nvSpPr>
          <p:cNvPr id="12" name="Text 10"/>
          <p:cNvSpPr/>
          <p:nvPr/>
        </p:nvSpPr>
        <p:spPr>
          <a:xfrm>
            <a:off x="2000250" y="4476750"/>
            <a:ext cx="628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Another family in their dream home. Congratulations to the new owners of </a:t>
            </a:r>
            <a:pPr algn="ctr" indent="0" marL="0">
              <a:lnSpc>
                <a:spcPct val="145000"/>
              </a:lnSpc>
              <a:buNone/>
            </a:pPr>
            <a:r>
              <a:rPr lang="en-US" sz="127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pPr algn="ctr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A1A1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wishing you many bright mornings ahead.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666750" y="5715000"/>
            <a:ext cx="895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spc="264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LISTED &amp; CLOSED BY </a:t>
            </a:r>
            <a:pPr algn="ctr" indent="0" marL="0">
              <a:buNone/>
            </a:pPr>
            <a:r>
              <a:rPr lang="en-US" sz="975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CFCB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4544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THINKING OF SELLING?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