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3448645"/>
            <a:ext cx="2725936" cy="9525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3724870"/>
            <a:ext cx="2725936" cy="9525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3448645"/>
            <a:ext cx="9525" cy="28575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161" y="3448645"/>
            <a:ext cx="9525" cy="28575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3916" y="3544374"/>
            <a:ext cx="94293" cy="9429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6750" y="6015633"/>
            <a:ext cx="9525" cy="5179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067" y="762000"/>
            <a:ext cx="73318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685800"/>
            <a:ext cx="347710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904875"/>
            <a:ext cx="3477101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1" spc="168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812" y="785812"/>
            <a:ext cx="218170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08 · BUYER TIP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3534370"/>
            <a:ext cx="3904298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47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TIP OF THE WEEK · BUYERS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020145"/>
            <a:ext cx="8382000" cy="170973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</a:pPr>
            <a:r>
              <a:rPr sz="66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Get the inspection before you fall in love.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75" y="6015633"/>
            <a:ext cx="6477000" cy="51792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70000"/>
              </a:lnSpc>
            </a:pPr>
            <a:r>
              <a:rPr sz="1200" i="0" b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A pre-offer walkthrough with your inspector can save you tens of thousands — and a lot of heartbreak. Know what you’re buying before the emotions take over.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6781205"/>
            <a:ext cx="147066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1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— A note from Marisol Vance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" y="9515475"/>
            <a:ext cx="485560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@MARISOLVANCE · MARISOLVANCE.COM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9515475"/>
            <a:ext cx="253484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SAVE FOR LATER 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