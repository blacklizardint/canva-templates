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02000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18250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98850" y="4579144"/>
            <a:ext cx="9525" cy="40957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78625" y="4579144"/>
            <a:ext cx="9525" cy="40957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1418" y="914400"/>
            <a:ext cx="2802731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10 · NEIGHBORHOOD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8199" y="2116931"/>
            <a:ext cx="4810601" cy="1190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NEIGHBORHOOD SPOTLIGHT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057400" y="2521744"/>
            <a:ext cx="14401800" cy="1676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66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Larkspur</a:t>
            </a:r>
          </a:p>
          <a:p>
            <a:pPr algn="ctr">
              <a:lnSpc>
                <a:spcPct val="100000"/>
              </a:lnSpc>
            </a:pPr>
            <a:r>
              <a:rPr sz="66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Heights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580" y="4579144"/>
            <a:ext cx="3906441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9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580" y="4817269"/>
            <a:ext cx="390644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Cafes &amp; bistros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0161" y="4579144"/>
            <a:ext cx="3906679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9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0161" y="4817269"/>
            <a:ext cx="390667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Top-rated schools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979" y="4579144"/>
            <a:ext cx="3906441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9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979" y="4817269"/>
            <a:ext cx="390644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Green parks &amp; trails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5915" y="9372600"/>
            <a:ext cx="314753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ASK ME ABOUT THIS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