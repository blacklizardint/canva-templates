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02000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18250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98850" y="4579144"/>
            <a:ext cx="9525" cy="40957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78625" y="4579144"/>
            <a:ext cx="9525" cy="40957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1418" y="914400"/>
            <a:ext cx="2802731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10 · NEIGHBORHOOD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8199" y="2116931"/>
            <a:ext cx="4810601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NEIGHBORHOOD SPOTLIGHT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2521744"/>
            <a:ext cx="14401800" cy="1676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6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Larkspur</a:t>
            </a:r>
          </a:p>
          <a:p>
            <a:pPr algn="ctr">
              <a:lnSpc>
                <a:spcPct val="100000"/>
              </a:lnSpc>
            </a:pPr>
            <a:r>
              <a:rPr sz="66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Heights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580" y="4579144"/>
            <a:ext cx="3906441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9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0580" y="4817269"/>
            <a:ext cx="3906441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Cafes &amp; bistros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90161" y="4579144"/>
            <a:ext cx="3906679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9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LEARN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90161" y="4817269"/>
            <a:ext cx="390667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Top-rated schools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979" y="4579144"/>
            <a:ext cx="3906441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9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PLAY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979" y="4817269"/>
            <a:ext cx="3906441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>
                <a:solidFill>
                  <a:srgbClr val="33322E"/>
                </a:solidFill>
                <a:latin typeface="Lato"/>
                <a:ea typeface="Lato"/>
                <a:cs typeface="Lato"/>
              </a:rPr>
              <a:t>Green parks &amp; trails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5915" y="9372600"/>
            <a:ext cx="3147536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ASK ME ABOUT THIS AREA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