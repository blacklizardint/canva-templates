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3284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66817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30551" y="6450806"/>
            <a:ext cx="9525" cy="752475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46775" y="6450806"/>
            <a:ext cx="9525" cy="752475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580" y="914400"/>
            <a:ext cx="2408872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01 · JUST LISTED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0299" y="2116931"/>
            <a:ext cx="2406253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JUST LISTED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2597944"/>
            <a:ext cx="14401800" cy="22431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9600" i="1" b="0" spc="-48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New on</a:t>
            </a:r>
          </a:p>
          <a:p>
            <a:pPr algn="ctr">
              <a:lnSpc>
                <a:spcPct val="92000"/>
              </a:lnSpc>
            </a:pPr>
            <a:r>
              <a:rPr sz="9600" i="1" b="0" spc="-48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the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5145881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125" i="0" b="0" spc="225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117 LARKSPUR LANE · AUSTIN, 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5460206"/>
            <a:ext cx="144018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8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$740,000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95" y="6450806"/>
            <a:ext cx="3804761" cy="504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45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895" y="7050881"/>
            <a:ext cx="3804761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2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BEDROOMS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0926" y="6450806"/>
            <a:ext cx="3804999" cy="504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45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0926" y="7050881"/>
            <a:ext cx="3804999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2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BATHROOMS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57151" y="6450806"/>
            <a:ext cx="3804999" cy="504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45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2,480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57151" y="7050881"/>
            <a:ext cx="3804999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2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SQ 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667" y="9372600"/>
            <a:ext cx="213193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DM FOR DETAILS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