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1409700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62000" y="771525"/>
            <a:ext cx="381000" cy="38100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3284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66817" y="2171700"/>
            <a:ext cx="666750" cy="9525"/>
          </a:xfrm>
          <a:prstGeom prst="rect">
            <a:avLst/>
          </a:prstGeom>
          <a:solidFill>
            <a:srgbClr val="97A9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930551" y="6450806"/>
            <a:ext cx="9525" cy="75247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46775" y="6450806"/>
            <a:ext cx="9525" cy="752475"/>
          </a:xfrm>
          <a:prstGeom prst="rect">
            <a:avLst/>
          </a:prstGeom>
          <a:solidFill>
            <a:srgbClr val="CED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9134475"/>
            <a:ext cx="8763000" cy="9525"/>
          </a:xfrm>
          <a:prstGeom prst="rect">
            <a:avLst/>
          </a:prstGeom>
          <a:solidFill>
            <a:srgbClr val="C4CD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62000" y="9415462"/>
            <a:ext cx="66675" cy="66675"/>
          </a:xfrm>
          <a:prstGeom prst="ellipse">
            <a:avLst/>
          </a:prstGeom>
          <a:solidFill>
            <a:srgbClr val="E6D2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341" y="876300"/>
            <a:ext cx="803672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0" b="0" spc="27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762000"/>
            <a:ext cx="3282315" cy="2286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80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400" y="1038225"/>
            <a:ext cx="3282315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37" i="0" b="0" spc="216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580" y="914400"/>
            <a:ext cx="2408872" cy="95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750" i="0" b="0" spc="270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01 · JUST LISTED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40299" y="2116931"/>
            <a:ext cx="2406253" cy="119062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100000"/>
              </a:lnSpc>
            </a:pPr>
            <a:r>
              <a:rPr sz="937" i="0" b="0" spc="412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JUST LISTED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057400" y="2597944"/>
            <a:ext cx="14401800" cy="2243138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2000"/>
              </a:lnSpc>
            </a:pPr>
            <a:r>
              <a:rPr sz="9600" i="1" b="0" spc="-48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New on</a:t>
            </a:r>
          </a:p>
          <a:p>
            <a:pPr algn="ctr">
              <a:lnSpc>
                <a:spcPct val="92000"/>
              </a:lnSpc>
            </a:pPr>
            <a:r>
              <a:rPr sz="9600" i="1" b="0" spc="-48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the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2057400" y="5145881"/>
            <a:ext cx="144018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125" i="0" b="0" spc="225">
                <a:solidFill>
                  <a:srgbClr val="33322E"/>
                </a:solidFill>
                <a:latin typeface="Poppins"/>
                <a:ea typeface="Poppins"/>
                <a:cs typeface="Poppins"/>
              </a:rPr>
              <a:t>117 LARKSPUR LANE · AUSTIN, 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2057400" y="5460206"/>
            <a:ext cx="14401800" cy="4191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8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$740,000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895" y="6450806"/>
            <a:ext cx="3804761" cy="504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45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895" y="7050881"/>
            <a:ext cx="3804761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2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BEDROOMS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0926" y="6450806"/>
            <a:ext cx="3804999" cy="504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45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0926" y="7050881"/>
            <a:ext cx="380499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2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BATHROOMS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57151" y="6450806"/>
            <a:ext cx="3804999" cy="504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3450" i="0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2,480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7151" y="7050881"/>
            <a:ext cx="3804999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2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SQ 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75" y="9372600"/>
            <a:ext cx="4217432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@MAYAELLISON · MAYAELLISON.COM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667" y="9372600"/>
            <a:ext cx="213193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95">
                <a:solidFill>
                  <a:srgbClr val="97A98C"/>
                </a:solidFill>
                <a:latin typeface="Poppins"/>
                <a:ea typeface="Poppins"/>
                <a:cs typeface="Poppins"/>
              </a:rPr>
              <a:t>DM FOR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