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190750"/>
            <a:ext cx="1320105" cy="2667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5840075"/>
            <a:ext cx="2914352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6373475"/>
            <a:ext cx="2914352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5840075"/>
            <a:ext cx="9525" cy="5429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66827" y="15840075"/>
            <a:ext cx="9525" cy="5429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1493" y="16057656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7511" y="938212"/>
            <a:ext cx="328898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STORY 13 · JUST LISTED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190750"/>
            <a:ext cx="1320105" cy="266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25" i="0" b="1" spc="247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JUST 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9620250"/>
            <a:ext cx="144018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1" spc="35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NEW ON THE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9934575"/>
            <a:ext cx="14401800" cy="685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54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10753725"/>
            <a:ext cx="14401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216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SANTA LUCIA, CALIFORNIA · 4 BD · 3 BA · 3,140 SF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1077575"/>
            <a:ext cx="14401800" cy="6572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500" i="0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$3,250,000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16035338"/>
            <a:ext cx="335232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231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SEE THE FULL TOUR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7252" y="16021050"/>
            <a:ext cx="57912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057400" y="17306925"/>
            <a:ext cx="1440180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 spc="264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  <p:pic>
        <p:nvPicPr>
          <p:cNvPr id="23" name="Picture 22" descr="coastal-13-just-listed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0"/>
            <a:ext cx="10287000" cy="723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