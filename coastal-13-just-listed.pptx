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2190750"/>
            <a:ext cx="1320105" cy="266700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621000"/>
            <a:ext cx="4018657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373475"/>
            <a:ext cx="4018657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71132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9593" y="15948118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169" y="904875"/>
            <a:ext cx="492633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13 · 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190750"/>
            <a:ext cx="1320105" cy="266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25" i="0" b="1" spc="247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JUST 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NEW ON THE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20300"/>
            <a:ext cx="14401800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0858500"/>
            <a:ext cx="144018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1" spc="255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SANTA LUCIA, CALIFORNIA · 4 BD · 3 BA · 3,140 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1239500"/>
            <a:ext cx="144018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500" i="0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$3,250,000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3975" y="15878175"/>
            <a:ext cx="493633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33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SEE THE FULL 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3457" y="15911512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057400" y="17249775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23" name="Picture 22" descr="coastal-13-just-listed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0"/>
            <a:ext cx="10287000" cy="723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