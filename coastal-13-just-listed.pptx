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2190750"/>
            <a:ext cx="2013496" cy="438150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15516225"/>
            <a:ext cx="4749701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6373475"/>
            <a:ext cx="4749701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5516225"/>
            <a:ext cx="9525" cy="86677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2176" y="15516225"/>
            <a:ext cx="9525" cy="86677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17693" y="15895731"/>
            <a:ext cx="107763" cy="107763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242" y="885825"/>
            <a:ext cx="86510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MV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0759" y="885825"/>
            <a:ext cx="5523786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 spc="37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STORY 13 · JUST LISTED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2190750"/>
            <a:ext cx="2013496" cy="4381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25" i="0" b="1" spc="313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JUST LISTED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9620250"/>
            <a:ext cx="144018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 spc="462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NEW ON THE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10039350"/>
            <a:ext cx="14401800" cy="685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540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17 Tidewater 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10896600"/>
            <a:ext cx="14401800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 spc="24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SANTA LUCIA, CALIFORNIA · 4 BD · 3 BA · 3,140 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11306175"/>
            <a:ext cx="14401800" cy="657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4500" i="0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$3,250,000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62075" y="15801975"/>
            <a:ext cx="5831681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364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SEE THE FULL TOUR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1151" y="15792450"/>
            <a:ext cx="73152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2057400" y="17211675"/>
            <a:ext cx="14401800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1" spc="37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@MARISOLVANCE  ◆  MARISOLVANCE.COM</a:t>
            </a:r>
          </a:p>
        </p:txBody>
      </p:sp>
      <p:pic>
        <p:nvPicPr>
          <p:cNvPr id="23" name="Picture 22" descr="coastal-13-just-listed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05000"/>
            <a:ext cx="10287000" cy="7239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