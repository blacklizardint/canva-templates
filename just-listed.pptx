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6750" y="666750"/>
            <a:ext cx="342900" cy="342900"/>
          </a:xfrm>
          <a:prstGeom prst="rect">
            <a:avLst/>
          </a:prstGeom>
          <a:ln w="6350">
            <a:solidFill>
              <a:srgbClr val="F5F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6750" y="66675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2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AM</a:t>
            </a:r>
            <a:endParaRPr lang="en-US" sz="1242" dirty="0"/>
          </a:p>
        </p:txBody>
      </p:sp>
      <p:sp>
        <p:nvSpPr>
          <p:cNvPr id="4" name="Text 2"/>
          <p:cNvSpPr/>
          <p:nvPr/>
        </p:nvSpPr>
        <p:spPr>
          <a:xfrm>
            <a:off x="1143000" y="666750"/>
            <a:ext cx="400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Alexandra Monroe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904875"/>
            <a:ext cx="476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spc="168" kern="0" dirty="0">
                <a:solidFill>
                  <a:srgbClr val="A3A0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REALTOR® | LUXURY SPECIALIST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048250" y="762000"/>
            <a:ext cx="457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24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· JUST LISTED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66750" y="1238250"/>
            <a:ext cx="8953500" cy="0"/>
          </a:xfrm>
          <a:prstGeom prst="line">
            <a:avLst/>
          </a:prstGeom>
          <a:noFill/>
          <a:ln w="6350">
            <a:solidFill>
              <a:srgbClr val="302F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6750" y="1600200"/>
            <a:ext cx="4305300" cy="723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1350"/>
              </a:spcAft>
              <a:buNone/>
            </a:pPr>
            <a:r>
              <a:rPr lang="en-US" sz="825" spc="264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JUST LISTED</a:t>
            </a:r>
            <a:endParaRPr lang="en-US" sz="825" dirty="0"/>
          </a:p>
          <a:p>
            <a:pPr indent="0" marL="0">
              <a:lnSpc>
                <a:spcPct val="100000"/>
              </a:lnSpc>
              <a:spcAft>
                <a:spcPts val="1050"/>
              </a:spcAft>
              <a:buNone/>
            </a:pPr>
            <a:r>
              <a:rPr lang="en-US" sz="4500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428 Ridgemont Drive</a:t>
            </a:r>
            <a:endParaRPr lang="en-US" sz="825" dirty="0"/>
          </a:p>
          <a:p>
            <a:pPr indent="0" marL="0">
              <a:lnSpc>
                <a:spcPct val="100000"/>
              </a:lnSpc>
              <a:spcAft>
                <a:spcPts val="2100"/>
              </a:spcAft>
              <a:buNone/>
            </a:pPr>
            <a:r>
              <a:rPr lang="en-US" sz="900" spc="252" kern="0" dirty="0">
                <a:solidFill>
                  <a:srgbClr val="AFAB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SCOTTSDALE, ARIZONA</a:t>
            </a:r>
            <a:endParaRPr lang="en-US" sz="825" dirty="0"/>
          </a:p>
          <a:p>
            <a:pPr indent="0" marL="0">
              <a:lnSpc>
                <a:spcPct val="100000"/>
              </a:lnSpc>
              <a:spcAft>
                <a:spcPts val="2550"/>
              </a:spcAft>
              <a:buNone/>
            </a:pPr>
            <a:r>
              <a:rPr lang="en-US" sz="3000" b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$1,250,000</a:t>
            </a:r>
            <a:endParaRPr lang="en-US" sz="825" dirty="0"/>
          </a:p>
          <a:p>
            <a:pPr indent="0" marL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1650" b="1" dirty="0">
                <a:solidFill>
                  <a:srgbClr val="F5F0E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 Bedrooms · 3.5 Bathrooms</a:t>
            </a:r>
            <a:endParaRPr lang="en-US" sz="825" dirty="0"/>
          </a:p>
          <a:p>
            <a:pPr indent="0" marL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1650" b="1" dirty="0">
                <a:solidFill>
                  <a:srgbClr val="F5F0E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3,820 Square Feet</a:t>
            </a:r>
            <a:endParaRPr lang="en-US" sz="825" dirty="0"/>
          </a:p>
          <a:p>
            <a:pPr indent="0" marL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1650" b="1" dirty="0">
                <a:solidFill>
                  <a:srgbClr val="F5F0E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Chef's Kitchen · Resort Pool</a:t>
            </a:r>
            <a:endParaRPr lang="en-US" sz="825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F5F0E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Mountain Views · Smart Home</a:t>
            </a:r>
            <a:endParaRPr lang="en-US" sz="825" dirty="0"/>
          </a:p>
        </p:txBody>
      </p:sp>
      <p:pic>
        <p:nvPicPr>
          <p:cNvPr id="9" name="Image 0" descr="Exterior photo placeh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4950" y="1600200"/>
            <a:ext cx="4305300" cy="6858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66750" y="9296400"/>
            <a:ext cx="8953500" cy="0"/>
          </a:xfrm>
          <a:prstGeom prst="line">
            <a:avLst/>
          </a:prstGeom>
          <a:noFill/>
          <a:ln w="6350">
            <a:solidFill>
              <a:srgbClr val="302F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6750" y="9534525"/>
            <a:ext cx="66675" cy="66675"/>
          </a:xfrm>
          <a:prstGeom prst="diamond">
            <a:avLst/>
          </a:prstGeom>
          <a:solidFill>
            <a:srgbClr val="C9A84C"/>
          </a:solidFill>
          <a:ln/>
        </p:spPr>
      </p:sp>
      <p:sp>
        <p:nvSpPr>
          <p:cNvPr id="12" name="Text 9"/>
          <p:cNvSpPr/>
          <p:nvPr/>
        </p:nvSpPr>
        <p:spPr>
          <a:xfrm>
            <a:off x="857250" y="9486900"/>
            <a:ext cx="6096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10" kern="0" dirty="0">
                <a:solidFill>
                  <a:srgbClr val="BAB7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@ALEXANDRAMONROE · ALEXANDRAMONROE.COM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048250" y="9486900"/>
            <a:ext cx="457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1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DM FOR THE FULL TOUR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2026-06-02T20:59:01Z</dcterms:created>
  <dcterms:modified xsi:type="dcterms:W3CDTF">2026-06-02T20:59:01Z</dcterms:modified>
</cp:coreProperties>
</file>