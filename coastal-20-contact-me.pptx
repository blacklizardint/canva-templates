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115050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077075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039100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9001125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516225"/>
            <a:ext cx="3183731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3183731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6206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1326" y="885825"/>
            <a:ext cx="550687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20 · CONTACT 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228600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6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2647950"/>
            <a:ext cx="6119574" cy="1095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8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Let’s talk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638550"/>
            <a:ext cx="8216027" cy="1095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about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534025"/>
            <a:ext cx="1407795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4985" y="5410200"/>
            <a:ext cx="4381024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(805) 555-0188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96050"/>
            <a:ext cx="160043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5203" y="6372225"/>
            <a:ext cx="6924675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hello@marisolvance.com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7458075"/>
            <a:ext cx="95892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619" y="7334250"/>
            <a:ext cx="4418409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@marisolvance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8420100"/>
            <a:ext cx="1247775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3057" y="8296275"/>
            <a:ext cx="5056108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marisolvance.com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075" y="15801975"/>
            <a:ext cx="332613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SEND A DM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181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