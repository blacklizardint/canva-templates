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800725"/>
            <a:ext cx="8763000" cy="9525"/>
          </a:xfrm>
          <a:prstGeom prst="rect">
            <a:avLst/>
          </a:prstGeom>
          <a:solidFill>
            <a:srgbClr val="56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6553200"/>
            <a:ext cx="8763000" cy="9525"/>
          </a:xfrm>
          <a:prstGeom prst="rect">
            <a:avLst/>
          </a:prstGeom>
          <a:solidFill>
            <a:srgbClr val="56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7305675"/>
            <a:ext cx="8763000" cy="9525"/>
          </a:xfrm>
          <a:prstGeom prst="rect">
            <a:avLst/>
          </a:prstGeom>
          <a:solidFill>
            <a:srgbClr val="56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8058150"/>
            <a:ext cx="8763000" cy="9525"/>
          </a:xfrm>
          <a:prstGeom prst="rect">
            <a:avLst/>
          </a:prstGeom>
          <a:solidFill>
            <a:srgbClr val="56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840075"/>
            <a:ext cx="2059781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6373475"/>
            <a:ext cx="2059781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15840075"/>
            <a:ext cx="9525" cy="5429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2256" y="15840075"/>
            <a:ext cx="9525" cy="5429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1493" y="16057656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8822" y="938212"/>
            <a:ext cx="327088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STORY 20 · CONTACT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86000"/>
            <a:ext cx="144018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 spc="3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LET’S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543175"/>
            <a:ext cx="6119574" cy="10953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8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Let’s talk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533775"/>
            <a:ext cx="8216027" cy="10953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about home.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72100"/>
            <a:ext cx="1029176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9211" y="5267325"/>
            <a:ext cx="3238262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(805) 555-0188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6124575"/>
            <a:ext cx="1154192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3653" y="6019800"/>
            <a:ext cx="5055156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hello@marisolvance.com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6877050"/>
            <a:ext cx="742474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2543" y="6772275"/>
            <a:ext cx="3264932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@marisolvance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7629525"/>
            <a:ext cx="92321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7834" y="7524750"/>
            <a:ext cx="3720465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marisolvance.com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6825" y="16035338"/>
            <a:ext cx="198501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231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SEND A DM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2681" y="16021050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2057400" y="17306925"/>
            <a:ext cx="1440180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 spc="264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