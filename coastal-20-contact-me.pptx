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096000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058025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8020050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8982075"/>
            <a:ext cx="8763000" cy="9525"/>
          </a:xfrm>
          <a:prstGeom prst="rect">
            <a:avLst/>
          </a:prstGeom>
          <a:solidFill>
            <a:srgbClr val="564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621000"/>
            <a:ext cx="2709118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6373475"/>
            <a:ext cx="2709118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1593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9593" y="15948118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9052" y="904875"/>
            <a:ext cx="490251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20 · CONTACT 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22860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LET’S CONNECT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2628900"/>
            <a:ext cx="6119574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8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Let’s talk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619500"/>
            <a:ext cx="8216027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about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534025"/>
            <a:ext cx="128468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1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4985" y="5391150"/>
            <a:ext cx="4381024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(805) 555-0188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96050"/>
            <a:ext cx="1456611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1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5203" y="6353175"/>
            <a:ext cx="6924675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hello@marisolvance.com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7458075"/>
            <a:ext cx="88701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1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DM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619" y="7315200"/>
            <a:ext cx="4418409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@marisolvance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8420100"/>
            <a:ext cx="114014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1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3057" y="8277225"/>
            <a:ext cx="5056108" cy="457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1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marisolvance.com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3975" y="15878175"/>
            <a:ext cx="2841069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33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SEND A DM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3918" y="15911512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17249775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