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483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3F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742081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79974" y="6157912"/>
            <a:ext cx="3784044" cy="3714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0" b="1" spc="102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BUYERS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4660" y="6700838"/>
            <a:ext cx="2681049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9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pic>
        <p:nvPicPr>
          <p:cNvPr id="8" name="Picture 7" descr="coastal-28-hl-buyers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3300412"/>
            <a:ext cx="2095500" cy="2095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