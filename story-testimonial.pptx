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762000"/>
            <a:ext cx="457200" cy="457200"/>
          </a:xfrm>
          <a:prstGeom prst="rect">
            <a:avLst/>
          </a:prstGeom>
          <a:ln w="6350">
            <a:solidFill>
              <a:srgbClr val="F5F0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2000" y="76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6" i="1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AM</a:t>
            </a:r>
            <a:endParaRPr lang="en-US" sz="1656" dirty="0"/>
          </a:p>
        </p:txBody>
      </p:sp>
      <p:sp>
        <p:nvSpPr>
          <p:cNvPr id="4" name="Text 2"/>
          <p:cNvSpPr/>
          <p:nvPr/>
        </p:nvSpPr>
        <p:spPr>
          <a:xfrm>
            <a:off x="4762500" y="895350"/>
            <a:ext cx="476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40" kern="0" dirty="0">
                <a:solidFill>
                  <a:srgbClr val="AFAB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STORY 04 · REVIEWS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5334000"/>
            <a:ext cx="876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spc="6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43000" y="6191250"/>
            <a:ext cx="8001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4800" i="1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 </a:t>
            </a:r>
            <a:pPr algn="ctr" indent="0" marL="0">
              <a:lnSpc>
                <a:spcPct val="135000"/>
              </a:lnSpc>
              <a:buNone/>
            </a:pPr>
            <a:r>
              <a:rPr lang="en-US" sz="3150" i="1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Alexandra made the entire process seamless. We were under contract in 4 days and closed without a single hiccup. She is simply the best.</a:t>
            </a:r>
            <a:pPr algn="ctr" indent="0" marL="0">
              <a:lnSpc>
                <a:spcPct val="135000"/>
              </a:lnSpc>
              <a:buNone/>
            </a:pPr>
            <a:r>
              <a:rPr lang="en-US" sz="4800" i="1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”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3143250" y="10077450"/>
            <a:ext cx="47625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67500" y="10077450"/>
            <a:ext cx="47625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14750" y="9867900"/>
            <a:ext cx="285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i="1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Sarah &amp; David K.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3714750" y="10191750"/>
            <a:ext cx="285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spc="264" kern="0" dirty="0">
                <a:solidFill>
                  <a:srgbClr val="9794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PHOENIX, AZ</a:t>
            </a:r>
            <a:endParaRPr lang="en-US" sz="825" dirty="0"/>
          </a:p>
        </p:txBody>
      </p:sp>
      <p:sp>
        <p:nvSpPr>
          <p:cNvPr id="11" name="Shape 9"/>
          <p:cNvSpPr/>
          <p:nvPr/>
        </p:nvSpPr>
        <p:spPr>
          <a:xfrm>
            <a:off x="762000" y="16535400"/>
            <a:ext cx="8763000" cy="7048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2" name="Shape 10"/>
          <p:cNvSpPr/>
          <p:nvPr/>
        </p:nvSpPr>
        <p:spPr>
          <a:xfrm>
            <a:off x="1047750" y="16849725"/>
            <a:ext cx="76200" cy="76200"/>
          </a:xfrm>
          <a:prstGeom prst="diamond">
            <a:avLst/>
          </a:prstGeom>
          <a:solidFill>
            <a:srgbClr val="C9A84C"/>
          </a:solidFill>
          <a:ln/>
        </p:spPr>
      </p:sp>
      <p:sp>
        <p:nvSpPr>
          <p:cNvPr id="13" name="Text 11"/>
          <p:cNvSpPr/>
          <p:nvPr/>
        </p:nvSpPr>
        <p:spPr>
          <a:xfrm>
            <a:off x="1276350" y="16535400"/>
            <a:ext cx="66675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36" kern="0" dirty="0">
                <a:solidFill>
                  <a:srgbClr val="F5F0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 MORE REVIEWS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572500" y="16535400"/>
            <a:ext cx="7620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62000" y="1758315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spc="264" kern="0" dirty="0">
                <a:solidFill>
                  <a:srgbClr val="AFAB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@ALEXANDRAMONROE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762000" y="17583150"/>
            <a:ext cx="876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715000" y="1758315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5" spc="264" kern="0" dirty="0">
                <a:solidFill>
                  <a:srgbClr val="AFAB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ALEXANDRAMONROE.COM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2026-06-02T21:15:35Z</dcterms:created>
  <dcterms:modified xsi:type="dcterms:W3CDTF">2026-06-02T21:15:35Z</dcterms:modified>
</cp:coreProperties>
</file>