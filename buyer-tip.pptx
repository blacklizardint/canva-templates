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" y="666750"/>
            <a:ext cx="342900" cy="342900"/>
          </a:xfrm>
          <a:prstGeom prst="rect">
            <a:avLst/>
          </a:prstGeom>
          <a:ln w="635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6750" y="66675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2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1242" dirty="0"/>
          </a:p>
        </p:txBody>
      </p:sp>
      <p:sp>
        <p:nvSpPr>
          <p:cNvPr id="4" name="Text 2"/>
          <p:cNvSpPr/>
          <p:nvPr/>
        </p:nvSpPr>
        <p:spPr>
          <a:xfrm>
            <a:off x="1143000" y="666750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904875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168" kern="0" dirty="0">
                <a:solidFill>
                  <a:srgbClr val="5C5B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REALTOR® | LUXURY SPECIALIST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048250" y="7620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4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 · FOR BUYERS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66750" y="1238250"/>
            <a:ext cx="8953500" cy="0"/>
          </a:xfrm>
          <a:prstGeom prst="line">
            <a:avLst/>
          </a:prstGeom>
          <a:noFill/>
          <a:ln w="6350">
            <a:solidFill>
              <a:srgbClr val="CFCB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6750" y="1676400"/>
            <a:ext cx="3143250" cy="323850"/>
          </a:xfrm>
          <a:prstGeom prst="rect">
            <a:avLst/>
          </a:prstGeom>
          <a:ln w="9525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7250" y="1800225"/>
            <a:ext cx="57150" cy="57150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1009650" y="1676400"/>
            <a:ext cx="2705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4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TIP OF THE WEEK · BUYERS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66750" y="2305050"/>
            <a:ext cx="838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660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Get the inspection</a:t>
            </a:r>
            <a:pPr indent="0" marL="0">
              <a:lnSpc>
                <a:spcPct val="98000"/>
              </a:lnSpc>
              <a:buNone/>
            </a:pPr>
            <a:r>
              <a:rPr lang="en-US" sz="660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before</a:t>
            </a:r>
            <a:pPr indent="0" marL="0">
              <a:lnSpc>
                <a:spcPct val="98000"/>
              </a:lnSpc>
              <a:buNone/>
            </a:pPr>
            <a:r>
              <a:rPr lang="en-US" sz="660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you fall in love.</a:t>
            </a:r>
            <a:endParaRPr lang="en-US" sz="6600" dirty="0"/>
          </a:p>
        </p:txBody>
      </p:sp>
      <p:sp>
        <p:nvSpPr>
          <p:cNvPr id="12" name="Shape 10"/>
          <p:cNvSpPr/>
          <p:nvPr/>
        </p:nvSpPr>
        <p:spPr>
          <a:xfrm>
            <a:off x="666750" y="4476750"/>
            <a:ext cx="0" cy="142875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2975" y="447675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inspection contingency before a final offer can save six figures down the road. A two-hour walk-through with the right inspector is the cheapest insurance a buyer can buy — and it gives you real leverage at the table.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2975" y="5829300"/>
            <a:ext cx="723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i="1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 A note from </a:t>
            </a:r>
            <a:pPr indent="0" marL="0">
              <a:buNone/>
            </a:pPr>
            <a:r>
              <a:rPr lang="en-US" sz="1050" i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666750" y="9296400"/>
            <a:ext cx="8953500" cy="0"/>
          </a:xfrm>
          <a:prstGeom prst="line">
            <a:avLst/>
          </a:prstGeom>
          <a:noFill/>
          <a:ln w="6350">
            <a:solidFill>
              <a:srgbClr val="CFCB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6750" y="9534525"/>
            <a:ext cx="66675" cy="66675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857250" y="9486900"/>
            <a:ext cx="609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10" kern="0" dirty="0">
                <a:solidFill>
                  <a:srgbClr val="4544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@ALEXANDRAMONROE · ALEXANDRAMONROE.COM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48250" y="94869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1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SAVE FOR LATER ⤓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2026-06-02T20:59:01Z</dcterms:created>
  <dcterms:modified xsi:type="dcterms:W3CDTF">2026-06-02T20:59:01Z</dcterms:modified>
</cp:coreProperties>
</file>