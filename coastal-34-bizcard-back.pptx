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001250" cy="571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01250" cy="5715000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619625" y="1877616"/>
            <a:ext cx="762000" cy="9525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19625" y="2630091"/>
            <a:ext cx="762000" cy="9525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19625" y="1877616"/>
            <a:ext cx="9525" cy="762000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72100" y="1877616"/>
            <a:ext cx="9525" cy="762000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14875" y="3439716"/>
            <a:ext cx="571500" cy="7144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2975" y="2087166"/>
            <a:ext cx="1173242" cy="3429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2700" i="1" b="0">
                <a:solidFill>
                  <a:srgbClr val="A98BA6"/>
                </a:solidFill>
                <a:latin typeface="Newsreader"/>
                <a:ea typeface="Newsreader"/>
                <a:cs typeface="Newsreader"/>
              </a:rPr>
              <a:t>MV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50047" y="2849166"/>
            <a:ext cx="3742611" cy="4191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850" i="1" b="0">
                <a:solidFill>
                  <a:srgbClr val="F3EEE7"/>
                </a:solidFill>
                <a:latin typeface="Newsreader"/>
                <a:ea typeface="Newsreader"/>
                <a:cs typeface="Newsreader"/>
              </a:rPr>
              <a:t>Marisol Vance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66096" y="3618309"/>
            <a:ext cx="4331256" cy="2190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500" i="1" b="0">
                <a:solidFill>
                  <a:srgbClr val="F3EEE7"/>
                </a:solidFill>
                <a:latin typeface="Newsreader"/>
                <a:ea typeface="Newsreader"/>
                <a:cs typeface="Newsreader"/>
              </a:rPr>
              <a:t>Where the tide brings you home.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5172075"/>
            <a:ext cx="2387679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1" spc="225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SANTA LUCIA, 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937" y="5172075"/>
            <a:ext cx="1495901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1" spc="225">
                <a:solidFill>
                  <a:srgbClr val="F3EEE7"/>
                </a:solidFill>
                <a:latin typeface="Hanken Grotesk"/>
                <a:ea typeface="Hanken Grotesk"/>
                <a:cs typeface="Hanken Grotesk"/>
              </a:rPr>
              <a:t>EST. 2016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