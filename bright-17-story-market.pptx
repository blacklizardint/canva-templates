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1504950"/>
            <a:ext cx="8572500" cy="9525"/>
          </a:xfrm>
          <a:prstGeom prst="rect">
            <a:avLst/>
          </a:prstGeom>
          <a:solidFill>
            <a:srgbClr val="C4CD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7250" y="866775"/>
            <a:ext cx="381000" cy="381000"/>
          </a:xfrm>
          <a:prstGeom prst="ellipse">
            <a:avLst/>
          </a:prstGeom>
          <a:noFill/>
          <a:ln w="9525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1118" y="5457825"/>
            <a:ext cx="66675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48983" y="5457825"/>
            <a:ext cx="66675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25788" y="16535400"/>
            <a:ext cx="2435423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25788" y="17021175"/>
            <a:ext cx="2435423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25788" y="16535400"/>
            <a:ext cx="9525" cy="495300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1687" y="16535400"/>
            <a:ext cx="9525" cy="495300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9162" y="971550"/>
            <a:ext cx="792480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0" b="0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0650" y="857250"/>
            <a:ext cx="3282315" cy="228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80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Maya Ellison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0650" y="1133475"/>
            <a:ext cx="3282315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37" i="0" b="0" spc="216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REALTOR®  |  MODERN LIVING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834" y="5376862"/>
            <a:ext cx="2989183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937" i="0" b="0" spc="412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MARKET UPDATE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1905000" y="5891212"/>
            <a:ext cx="14097000" cy="923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630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Austin, TX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1905000" y="6910388"/>
            <a:ext cx="14097000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900" i="0" b="0" spc="270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JUNE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1905000" y="7653338"/>
            <a:ext cx="14097000" cy="704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4800" i="0" b="0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$612K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1905000" y="8396288"/>
            <a:ext cx="14097000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825" i="0" b="0" spc="214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MEDIAN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-1905000" y="8977312"/>
            <a:ext cx="14097000" cy="704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4800" i="0" b="0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28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-1905000" y="9720262"/>
            <a:ext cx="14097000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825" i="0" b="0" spc="214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ON MARKET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-1905000" y="10301288"/>
            <a:ext cx="14097000" cy="704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4800" i="0" b="0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2.4 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-1905000" y="11044238"/>
            <a:ext cx="14097000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825" i="0" b="0" spc="214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INVENTORY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25788" y="16535400"/>
            <a:ext cx="2435423" cy="4953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900" i="0" b="0" spc="270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FULL REPORT IN BIO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-1905000" y="17278350"/>
            <a:ext cx="1409700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750" i="0" b="0" spc="210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@MAYAELLISON · MAYAELLISON.COM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