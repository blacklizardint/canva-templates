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1739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18511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85840" y="16221075"/>
            <a:ext cx="351532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5840" y="16935450"/>
            <a:ext cx="351532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5840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91635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7783" y="5334000"/>
            <a:ext cx="3851434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0" spc="486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MARKET 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5934075"/>
            <a:ext cx="14097000" cy="923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3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Austin, 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6972300"/>
            <a:ext cx="140970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1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JUNE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7781925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$612K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905000" y="8543925"/>
            <a:ext cx="140970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6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MEDIAN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905000" y="9201150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28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1905000" y="9963150"/>
            <a:ext cx="140970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6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ON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905000" y="10620375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2.4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1382375"/>
            <a:ext cx="140970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6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INVENTORY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5840" y="16221075"/>
            <a:ext cx="3515320" cy="7239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i="0" b="0" spc="39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FULL REPORT IN BIO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905000" y="17211675"/>
            <a:ext cx="140970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 spc="29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