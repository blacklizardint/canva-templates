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504950"/>
            <a:ext cx="85725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86677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1118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48983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25788" y="16535400"/>
            <a:ext cx="2435423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25788" y="17021175"/>
            <a:ext cx="2435423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925788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1687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9162" y="971550"/>
            <a:ext cx="79248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85725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0650" y="113347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834" y="5376862"/>
            <a:ext cx="2989183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MARKET UPDATE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905000" y="5891212"/>
            <a:ext cx="14097000" cy="923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63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Austin, 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1905000" y="6910388"/>
            <a:ext cx="140970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0" spc="27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JUNE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905000" y="7653338"/>
            <a:ext cx="14097000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8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$612K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1905000" y="8396288"/>
            <a:ext cx="140970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14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MEDIAN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1905000" y="8977312"/>
            <a:ext cx="14097000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8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28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1905000" y="9720262"/>
            <a:ext cx="140970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14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ON 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1905000" y="10301288"/>
            <a:ext cx="14097000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80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2.4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1905000" y="11044238"/>
            <a:ext cx="14097000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14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INVENTORY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25788" y="16535400"/>
            <a:ext cx="2435423" cy="4953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90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FULL REPORT IN BIO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-1905000" y="17278350"/>
            <a:ext cx="140970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1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