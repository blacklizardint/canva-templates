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1724025"/>
            <a:ext cx="8572500" cy="9525"/>
          </a:xfrm>
          <a:prstGeom prst="rect">
            <a:avLst/>
          </a:prstGeom>
          <a:solidFill>
            <a:srgbClr val="C4CD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7250" y="976312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042345" y="54864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77757" y="54864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981771" y="16011525"/>
            <a:ext cx="4323308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81771" y="16859250"/>
            <a:ext cx="4323308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81771" y="16011525"/>
            <a:ext cx="9525" cy="85725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95555" y="16011525"/>
            <a:ext cx="9525" cy="85725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2019" y="1076325"/>
            <a:ext cx="815340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425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0650" y="857250"/>
            <a:ext cx="5962650" cy="266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21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0650" y="1200150"/>
            <a:ext cx="5962650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0" spc="313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62796" y="5334000"/>
            <a:ext cx="4361259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650" i="0" b="0" spc="495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MARKET UPDATE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1905000" y="5991225"/>
            <a:ext cx="14097000" cy="923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63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Austin, TX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1905000" y="7029450"/>
            <a:ext cx="14097000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313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JUNE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1905000" y="7877175"/>
            <a:ext cx="14097000" cy="704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480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$612K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1905000" y="8658225"/>
            <a:ext cx="14097000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28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MEDIAN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1905000" y="9353550"/>
            <a:ext cx="14097000" cy="704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480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28 Days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-1905000" y="10134600"/>
            <a:ext cx="14097000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28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ON MARKET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-1905000" y="10829925"/>
            <a:ext cx="14097000" cy="704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480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2.4 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-1905000" y="11610975"/>
            <a:ext cx="14097000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28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INVENTORY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81771" y="16011525"/>
            <a:ext cx="4323308" cy="8572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2025" i="0" b="0" spc="445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FULL REPORT IN BIO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-1905000" y="17154525"/>
            <a:ext cx="14097000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313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