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44375" cy="15716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44375" cy="1571625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419225"/>
            <a:ext cx="10620375" cy="9525"/>
          </a:xfrm>
          <a:prstGeom prst="rect">
            <a:avLst/>
          </a:prstGeom>
          <a:solidFill>
            <a:srgbClr val="C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752600"/>
            <a:ext cx="10620375" cy="4953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752600"/>
            <a:ext cx="10620375" cy="952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6696075"/>
            <a:ext cx="10620375" cy="952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752600"/>
            <a:ext cx="9525" cy="4953000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72850" y="1752600"/>
            <a:ext cx="9525" cy="4953000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6934200"/>
            <a:ext cx="3387626" cy="1905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6934200"/>
            <a:ext cx="3387626" cy="952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8829675"/>
            <a:ext cx="3387626" cy="952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6934200"/>
            <a:ext cx="9525" cy="1905000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40101" y="6934200"/>
            <a:ext cx="9525" cy="1905000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8226" y="6934200"/>
            <a:ext cx="3387775" cy="1905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8226" y="6934200"/>
            <a:ext cx="3387775" cy="952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8226" y="8829675"/>
            <a:ext cx="3387775" cy="952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8226" y="6934200"/>
            <a:ext cx="9525" cy="1905000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56475" y="6934200"/>
            <a:ext cx="9525" cy="1905000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4600" y="6934200"/>
            <a:ext cx="3387775" cy="1905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4600" y="6934200"/>
            <a:ext cx="3387775" cy="952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4600" y="8829675"/>
            <a:ext cx="3387775" cy="952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4600" y="6934200"/>
            <a:ext cx="9525" cy="1905000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72850" y="6934200"/>
            <a:ext cx="9525" cy="1905000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2000" y="10163175"/>
            <a:ext cx="10620375" cy="9525"/>
          </a:xfrm>
          <a:prstGeom prst="rect">
            <a:avLst/>
          </a:prstGeom>
          <a:solidFill>
            <a:srgbClr val="C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000" y="10763250"/>
            <a:ext cx="10620375" cy="9525"/>
          </a:xfrm>
          <a:prstGeom prst="rect">
            <a:avLst/>
          </a:prstGeom>
          <a:solidFill>
            <a:srgbClr val="C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000" y="14573250"/>
            <a:ext cx="10620375" cy="9525"/>
          </a:xfrm>
          <a:prstGeom prst="rect">
            <a:avLst/>
          </a:prstGeom>
          <a:solidFill>
            <a:srgbClr val="C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762000"/>
            <a:ext cx="6057424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Property Feature Sheet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96971" y="904875"/>
            <a:ext cx="2117646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47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 ELLISON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0098" y="4143375"/>
            <a:ext cx="2051685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27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MAIN 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611" y="7800975"/>
            <a:ext cx="1274207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27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PHOTO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2986" y="7800975"/>
            <a:ext cx="1274207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27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PHOTO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9361" y="7800975"/>
            <a:ext cx="1274207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27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PHOTO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9163050"/>
            <a:ext cx="5688806" cy="504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45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117 Larkspur Lane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9725025"/>
            <a:ext cx="5688806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AUSTIN, TX 78704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438" y="9363075"/>
            <a:ext cx="3238500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750" i="0" b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$740,000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10382250"/>
            <a:ext cx="1207056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180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4 BEDS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7690" y="10382250"/>
            <a:ext cx="1361837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180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3 BATHS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0118" y="10382250"/>
            <a:ext cx="1810226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180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2,480 SQ 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2789" y="10382250"/>
            <a:ext cx="2186464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180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2-CAR GARAGE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90609" y="10382250"/>
            <a:ext cx="1647825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180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BUILT 2019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11020425"/>
            <a:ext cx="9525000" cy="5485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80000"/>
              </a:lnSpc>
            </a:pPr>
            <a:r>
              <a:rPr sz="1200" i="0" b="0">
                <a:solidFill>
                  <a:srgbClr val="33322E"/>
                </a:solidFill>
                <a:latin typeface="Lato"/>
                <a:ea typeface="Lato"/>
                <a:cs typeface="Lato"/>
              </a:rPr>
              <a:t>Sun-filled open plan with white oak floors, a chef’s kitchen in warm stone, and walls of glass opening to a private garden. Walkable to cafes, parks, and top-rated schools.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2614612" y="14792325"/>
            <a:ext cx="173736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198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(512) 555-0147 · HELLO@MAYAELLISON.COM · 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