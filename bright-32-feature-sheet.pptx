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44375" cy="15716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44375" cy="1571625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19225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0163175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0763250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4573250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605742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Property Feature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96971" y="904875"/>
            <a:ext cx="211764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47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MAYA ELLISON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163050"/>
            <a:ext cx="5688806" cy="504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4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117 Larkspur 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725025"/>
            <a:ext cx="5688806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AUSTIN, TX 78704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6438" y="9363075"/>
            <a:ext cx="3238500" cy="552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750" i="0" b="1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$740,000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82250"/>
            <a:ext cx="120705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8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4 BEDS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7690" y="10382250"/>
            <a:ext cx="1361837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8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3 BATHS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118" y="10382250"/>
            <a:ext cx="181022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8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2,480 SQ 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2789" y="10382250"/>
            <a:ext cx="218646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8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2-CAR GARAGE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609" y="10382250"/>
            <a:ext cx="1647825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8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BUILT 2019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1020425"/>
            <a:ext cx="9525000" cy="5485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</a:pPr>
            <a:r>
              <a:rPr sz="120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Sun-filled open plan with white oak floors, a chef’s kitchen in warm stone, and walls of glass opening to a private garden. Walkable to cafes, parks, and top-rated schools.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614612" y="14792325"/>
            <a:ext cx="173736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9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(512) 555-0147 · HELLO@MAYAELLISON.COM · MAYAELLISON.COM</a:t>
            </a:r>
          </a:p>
        </p:txBody>
      </p:sp>
      <p:pic>
        <p:nvPicPr>
          <p:cNvPr id="19" name="Picture 18" descr="bright-32-feature-sheet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52600"/>
            <a:ext cx="10620375" cy="4953000"/>
          </a:xfrm>
          <a:prstGeom prst="rect">
            <a:avLst/>
          </a:prstGeom>
        </p:spPr>
      </p:pic>
      <p:pic>
        <p:nvPicPr>
          <p:cNvPr id="20" name="Picture 19" descr="bright-32-feature-sheet_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934200"/>
            <a:ext cx="3387626" cy="1905000"/>
          </a:xfrm>
          <a:prstGeom prst="rect">
            <a:avLst/>
          </a:prstGeom>
        </p:spPr>
      </p:pic>
      <p:pic>
        <p:nvPicPr>
          <p:cNvPr id="21" name="Picture 20" descr="bright-32-feature-sheet_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8226" y="6934200"/>
            <a:ext cx="3387775" cy="1905000"/>
          </a:xfrm>
          <a:prstGeom prst="rect">
            <a:avLst/>
          </a:prstGeom>
        </p:spPr>
      </p:pic>
      <p:pic>
        <p:nvPicPr>
          <p:cNvPr id="22" name="Picture 21" descr="bright-32-feature-sheet_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4600" y="6934200"/>
            <a:ext cx="3387775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