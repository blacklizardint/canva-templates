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44375" cy="157162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32-feature-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44375" cy="15716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