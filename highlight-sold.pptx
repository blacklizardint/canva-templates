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9525000" cy="9525000"/>
          </a:xfrm>
          <a:prstGeom prst="ellipse">
            <a:avLst/>
          </a:prstGeom>
          <a:ln w="9525">
            <a:solidFill>
              <a:srgbClr val="C9A84C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7750" y="1047750"/>
            <a:ext cx="8191500" cy="8191500"/>
          </a:xfrm>
          <a:prstGeom prst="ellipse">
            <a:avLst/>
          </a:prstGeom>
          <a:ln w="6350">
            <a:solidFill>
              <a:srgbClr val="C9A84C">
                <a:alpha val="10000"/>
              </a:srgbClr>
            </a:solidFill>
            <a:prstDash val="solid"/>
          </a:ln>
        </p:spPr>
      </p:sp>
      <p:pic>
        <p:nvPicPr>
          <p:cNvPr id="4" name="Image 0" descr="Sol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5750" y="2762250"/>
            <a:ext cx="2095500" cy="2095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05400" y="5829300"/>
            <a:ext cx="76200" cy="76200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6" name="Text 3"/>
          <p:cNvSpPr/>
          <p:nvPr/>
        </p:nvSpPr>
        <p:spPr>
          <a:xfrm>
            <a:off x="381000" y="628650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700" b="1" spc="108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SOLD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381000" y="70485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7D7A7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2026-06-02T21:12:28Z</dcterms:created>
  <dcterms:modified xsi:type="dcterms:W3CDTF">2026-06-02T21:12:28Z</dcterms:modified>
</cp:coreProperties>
</file>