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8656" y="2250924"/>
            <a:ext cx="6066544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9512" y="3756827"/>
            <a:ext cx="6075688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3228" y="4953691"/>
            <a:ext cx="6061972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2279" y="6459593"/>
            <a:ext cx="6222921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46404"/>
            <a:ext cx="1151287" cy="205740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1551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2455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3359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42632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2141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3045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3949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1828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2732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3636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04539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62418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93322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7242262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1434" y="450342"/>
            <a:ext cx="2081046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09 · MOVING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96" y="946404"/>
            <a:ext cx="2040770" cy="2057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 HANDOUT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Moving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 four-week countdown to a calm move-in 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09776"/>
            <a:ext cx="179729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4 WEEKS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23972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Book movers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270626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Change address (USPS)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0153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Transfer / set up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32434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Forward 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15679"/>
            <a:ext cx="178815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2 WEEKS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39031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Update accounts &amp; subscriptions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421216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Pack room-by-room &amp;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452120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move date &amp; elevator / parking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12543"/>
            <a:ext cx="1801868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MOVING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09999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aside an essentials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4090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Defrost the fridge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571807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Photograph electronics setups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60271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Keep valuables with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18445"/>
            <a:ext cx="1640919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FIRST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" y="660589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Locate water shut-off &amp; breaker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691493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Test smoke detectors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" y="722397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Change the locks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