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178719" cy="196596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22072"/>
            <a:ext cx="45261" cy="45261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18920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2218920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27959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14216" y="2527959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36997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4216" y="2836997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309699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4216" y="3309699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18738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0" spc="3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822" y="411480"/>
            <a:ext cx="1729716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1" i="1" spc="3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Julian Reyes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5248" y="450342"/>
            <a:ext cx="2427232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CHECKLIST 03 · BUYER CONSULT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424" y="946404"/>
            <a:ext cx="2072774" cy="19659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AGENT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252728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1" i="0" spc="-66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Buyer Consultation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754862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Set expectations and a real search strategy in the first meeting.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220063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Confirm pre-approval &amp; lender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220063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Establish budget &amp; monthly comfort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250967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Must-haves vs. nice-to-haves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250967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Preferred areas &amp; commute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281870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Timeline &amp; lease 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281870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Review buyer agency agreement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3031736"/>
            <a:ext cx="4133088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40000"/>
              </a:lnSpc>
            </a:pPr>
            <a:r>
              <a:rPr sz="792" b="0" i="1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NAR-compliant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329141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Explain the buying process &amp; costs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329141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Set up MLS search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60045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Schedule first tours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THE REAL ESTATE CHECKLIST PACK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8970" y="9669780"/>
            <a:ext cx="179351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NORTHANDOAK.CO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