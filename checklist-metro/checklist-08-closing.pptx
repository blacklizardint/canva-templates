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26644"/>
            <a:ext cx="45261" cy="45261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46404"/>
            <a:ext cx="1151287" cy="205740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2806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37103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846141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55180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46421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936921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24595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554998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864036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0" spc="3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822" y="411480"/>
            <a:ext cx="1729716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1" i="1" spc="3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Julian Reyes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3763" y="450342"/>
            <a:ext cx="2308717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CHECKLIST 08 · CLOSING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996" y="946404"/>
            <a:ext cx="2040770" cy="20574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CLIENT HANDOUT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261872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1" i="0" spc="-66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Closing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764006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Bring this to the table so nothing slows down your close.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2209776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Bring government photo 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251881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Bring certified funds / confirm wire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282785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Review final settlement statement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136892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Final walkthrough 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44593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Cashier's check or wire confirmed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3658957"/>
            <a:ext cx="7690104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40000"/>
              </a:lnSpc>
            </a:pPr>
            <a:r>
              <a:rPr sz="792" b="0" i="1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Verify wire instructions by phone — never trust emailed 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391863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Sign documents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422767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Collect keys, remotes &amp; codes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4536710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Confirm recording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484574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Save your closing packet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THE REAL ESTATE CHECKLIST PACK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8970" y="9669780"/>
            <a:ext cx="179351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NORTHANDOAK.CO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