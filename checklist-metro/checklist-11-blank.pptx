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327737" cy="196596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04670"/>
            <a:ext cx="4401336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4568" y="2504670"/>
            <a:ext cx="2200632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84528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84528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316532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316532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348536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348536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380540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0540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" y="412544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412544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444548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444548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476552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76552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508556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5085564"/>
            <a:ext cx="3035808" cy="4572"/>
          </a:xfrm>
          <a:prstGeom prst="rect">
            <a:avLst/>
          </a:prstGeom>
          <a:solidFill>
            <a:srgbClr val="8A8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6527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4216" y="276527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8531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4216" y="308531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0535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6" y="340535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2539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4216" y="372539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04543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4216" y="404543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6547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14216" y="436547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68551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14216" y="468551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0555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14216" y="500555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417034"/>
            <a:ext cx="6858000" cy="1097280"/>
          </a:xfrm>
          <a:prstGeom prst="rect">
            <a:avLst/>
          </a:prstGeom>
          <a:noFill/>
          <a:ln w="6350">
            <a:solidFill>
              <a:srgbClr val="BFC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6318" y="450342"/>
            <a:ext cx="243616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11 · BUILD YOUR 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24" y="946404"/>
            <a:ext cx="2221793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REUSABLE TEMPLATE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Build Your 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754862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 blank, branded checklist — duplicate it for any workflow you run, fill in the title, and the pack never stops being useful.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335506"/>
            <a:ext cx="5498616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4568" y="2335506"/>
            <a:ext cx="3297912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SECTION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" y="5513046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