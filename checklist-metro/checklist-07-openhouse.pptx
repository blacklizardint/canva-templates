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46404"/>
            <a:ext cx="1178719" cy="196596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0300" y="1022072"/>
            <a:ext cx="45261" cy="45261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1892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1892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2795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2795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3699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3699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4603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4603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5507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5507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50342"/>
            <a:ext cx="2267712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07 · OPEN 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24" y="946404"/>
            <a:ext cx="2072774" cy="1965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AGENT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1252728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Open House Prep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754862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A polished open house, from signage to follow-up.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Directional signs &amp; balloons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22006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Sign-in ready (digital / QR)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Feature sheets printed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9392" y="25096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Lights on, blinds 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Music 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8187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Refreshments 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Secure valuables &amp; medications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9392" y="31277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Buyer follow-up plan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Post to social &amp; MLS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34367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Day-of: greet, capture leads, debrief seller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