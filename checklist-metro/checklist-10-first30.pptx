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151287" cy="205740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806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2806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2726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72726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36308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3036308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4534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34534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438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65438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2708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532" y="450342"/>
            <a:ext cx="2440948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10 · NEW HOMEOWNER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96" y="946404"/>
            <a:ext cx="2040770" cy="2057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 HANDOUT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First 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Your first month in the new place — settle in safely and smartly.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0977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Change the locks &amp; garage codes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09776"/>
            <a:ext cx="3063240" cy="4077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Locate main water shut-off &amp; breaker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7089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Test / replace smoke &amp; CO detectors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7089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Find &amp; label the fuse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0180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Deep clean before furniture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0180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Note appliance models &amp; warranties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3270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Set up trash / recycling schedule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3270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Meet the neighbors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6360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Save trusted local pros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849124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Plumber, electrician, handyman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36360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Update homestead &amp;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10879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File closing docs safely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