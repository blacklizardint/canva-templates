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13814"/>
            <a:ext cx="317296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86200" y="2513814"/>
            <a:ext cx="1586484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28716" y="2513814"/>
            <a:ext cx="1586484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797278"/>
            <a:ext cx="5486400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4605" y="5166289"/>
            <a:ext cx="5900595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946404"/>
            <a:ext cx="1151287" cy="205740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187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14216" y="296187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7090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14216" y="327090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7994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4216" y="357994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8898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4216" y="388898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88191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4216" y="4388191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9723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4216" y="469723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99616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20824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42032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63240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84448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05656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26864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48072" y="5330881"/>
            <a:ext cx="438912" cy="438912"/>
          </a:xfrm>
          <a:prstGeom prst="ellipse">
            <a:avLst/>
          </a:prstGeom>
          <a:noFill/>
          <a:ln w="6350">
            <a:solidFill>
              <a:srgbClr val="8A8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998393"/>
            <a:ext cx="6858000" cy="960120"/>
          </a:xfrm>
          <a:prstGeom prst="rect">
            <a:avLst/>
          </a:prstGeom>
          <a:noFill/>
          <a:ln w="6350">
            <a:solidFill>
              <a:srgbClr val="BFC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1078" y="450342"/>
            <a:ext cx="2641402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04 · SHOWING SCORECARD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996" y="946404"/>
            <a:ext cx="2040770" cy="20574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 HANDOUT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Showing Scorecard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1764006"/>
            <a:ext cx="5285232" cy="3703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A fill-in card to score every home you tour. Print one per showing and compare with a clear head later.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344650"/>
            <a:ext cx="4270248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PROPERTY ADDRESS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2344650"/>
            <a:ext cx="2683764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LIST PRICE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8716" y="2344650"/>
            <a:ext cx="2683764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DATE TOURED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756130"/>
            <a:ext cx="2377440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WALK THROUGH &amp; 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" y="294358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First impression / curb appeal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294358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Layout &amp; flow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" y="325262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Natural light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392" y="325262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Kitchen condition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" y="35616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Bath condition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79392" y="35616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Primary suite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" y="387069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Storage &amp; closets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9392" y="3870698"/>
            <a:ext cx="3063240" cy="4077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Mechanicals age (HVAC / roof / water heater)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436990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Yard &amp; outdoor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79392" y="436990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Noise &amp; neighbors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467894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Commute 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9392" y="467894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Pet / lifestyle fit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125141"/>
            <a:ext cx="1963245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GUT-FEEL SCORE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99616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20824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2032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4448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05656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26864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48072" y="5330881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" y="6094405"/>
            <a:ext cx="7690104" cy="822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32" b="1" i="0" spc="138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NOTES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