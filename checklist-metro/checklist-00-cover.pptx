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29904"/>
            <a:ext cx="292608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108192"/>
            <a:ext cx="2668191" cy="4572"/>
          </a:xfrm>
          <a:prstGeom prst="rect">
            <a:avLst/>
          </a:prstGeom>
          <a:solidFill>
            <a:srgbClr val="203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7009" y="6108192"/>
            <a:ext cx="2668191" cy="4572"/>
          </a:xfrm>
          <a:prstGeom prst="rect">
            <a:avLst/>
          </a:prstGeom>
          <a:solidFill>
            <a:srgbClr val="203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4547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6638544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" y="6954012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" y="7269480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" y="7584948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900416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8215884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6638544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6954012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69080" y="7269480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69080" y="7584948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7900416"/>
            <a:ext cx="3246120" cy="0"/>
          </a:xfrm>
          <a:prstGeom prst="line">
            <a:avLst/>
          </a:prstGeom>
          <a:ln w="6350">
            <a:solidFill>
              <a:srgbClr val="2F30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4143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9949" y="450342"/>
            <a:ext cx="1962531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00 / 12 — THE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101852"/>
            <a:ext cx="7955280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LUXE AGENT · FOR REALTORS &amp; THEIR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44168"/>
            <a:ext cx="7955280" cy="4048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6000"/>
              </a:lnSpc>
            </a:pPr>
            <a:r>
              <a:rPr sz="3095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The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721572"/>
            <a:ext cx="7955280" cy="7493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94000"/>
              </a:lnSpc>
            </a:pPr>
            <a:r>
              <a:rPr sz="6048" b="1" i="0" spc="-12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43520"/>
            <a:ext cx="7955280" cy="5212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887" b="0" i="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Pack.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38464"/>
            <a:ext cx="5010912" cy="410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971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Twelve done-for-you checklists — from pre-listing to keys-in-hand. A polished mix of agent workflows and client-facing handouts, ready to edit, brand, and print.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4263" y="6071616"/>
            <a:ext cx="2381155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87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WHAT'S INSIDE · 12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87084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400800"/>
            <a:ext cx="3729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Pre-Listing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3791" y="6464808"/>
            <a:ext cx="1326809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702552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716268"/>
            <a:ext cx="370860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Listing Prep for Sellers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2574" y="6780276"/>
            <a:ext cx="134802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018020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7031736"/>
            <a:ext cx="3729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Buyer Consultation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3791" y="7095744"/>
            <a:ext cx="1326809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333488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7347204"/>
            <a:ext cx="370860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Showing Scorecard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2574" y="7411212"/>
            <a:ext cx="134802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7648956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7662672"/>
            <a:ext cx="3729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Offer &amp; Under-Contract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3791" y="7726680"/>
            <a:ext cx="1326809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964424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7978140"/>
            <a:ext cx="3729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Seller Under-Contract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3791" y="8042148"/>
            <a:ext cx="1326809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6387084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6400800"/>
            <a:ext cx="3729823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Open House Prep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5671" y="6464808"/>
            <a:ext cx="1326809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6702552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1688" y="6716268"/>
            <a:ext cx="370860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Closing 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454" y="6780276"/>
            <a:ext cx="134802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7018020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61688" y="7031736"/>
            <a:ext cx="370860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Moving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4454" y="7095744"/>
            <a:ext cx="134802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7333488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7347204"/>
            <a:ext cx="3708606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First 30 Days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4454" y="7411212"/>
            <a:ext cx="134802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7648956"/>
            <a:ext cx="1298448" cy="1920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1008" b="0" i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1688" y="7662672"/>
            <a:ext cx="360216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1008" b="0" i="0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Build Your 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58012" y="7726680"/>
            <a:ext cx="1454468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400" b="1" i="0" spc="95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F4F5F7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