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178719" cy="196596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22072"/>
            <a:ext cx="45261" cy="45261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39457" y="2241780"/>
            <a:ext cx="5375743" cy="457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51626" y="3438644"/>
            <a:ext cx="5163574" cy="457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3856" y="5253585"/>
            <a:ext cx="6181344" cy="457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06372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15411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2444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03236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12275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221313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530352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839391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418177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727216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6036254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345293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0" spc="3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822" y="411480"/>
            <a:ext cx="1729716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1" i="1" spc="3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Julian Reyes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5767" y="450342"/>
            <a:ext cx="227671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CHECKLIST 01 · PRE-LISTING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424" y="946404"/>
            <a:ext cx="2072774" cy="19659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AGENT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252728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1" i="0" spc="-66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Pre-Listing Checklist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754862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Everything to run before the sign goes up — from comps to a clean MLS entry.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200632"/>
            <a:ext cx="2488097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BEFORE THE APPOINTMENT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2388084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Research comps &amp; pull CMA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269712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Confirm ownership &amp; title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00616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Prep listing 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397496"/>
            <a:ext cx="2700266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AT THE LISTING APPOINTMENT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358494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Sign listing agreement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389398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Confirm NAR-compliant agency disclosures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420302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Order photography &amp; floor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4512064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Write MLS description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" y="482110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Set staging 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12437"/>
            <a:ext cx="1682496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GOING 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" y="5399889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Schedule sign &amp; lockbox install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570892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Discuss pre-list inspections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" y="6017966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Set go-live 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632700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QC MLS entry before publishing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THE REAL ESTATE CHECKLIST PACK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8970" y="9669780"/>
            <a:ext cx="179351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NORTHANDOAK.CO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