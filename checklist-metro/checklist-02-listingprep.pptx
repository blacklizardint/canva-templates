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10058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393192"/>
            <a:ext cx="2286" cy="18288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4872" y="1026644"/>
            <a:ext cx="45261" cy="45261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48656" y="2250924"/>
            <a:ext cx="6066544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8898" y="3447788"/>
            <a:ext cx="6416302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07469" y="5262729"/>
            <a:ext cx="4707731" cy="457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57200" y="717804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  <a:ln w="6350">
            <a:solidFill>
              <a:srgbClr val="1416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946404"/>
            <a:ext cx="1151287" cy="205740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41551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72455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033593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61238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21419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3045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39496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848535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5427321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736360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6045398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6354437"/>
            <a:ext cx="164592" cy="164592"/>
          </a:xfrm>
          <a:prstGeom prst="rect">
            <a:avLst/>
          </a:prstGeom>
          <a:noFill/>
          <a:ln w="6350">
            <a:solidFill>
              <a:srgbClr val="2D5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457200" y="9582912"/>
            <a:ext cx="6858000" cy="0"/>
          </a:xfrm>
          <a:prstGeom prst="line">
            <a:avLst/>
          </a:prstGeom>
          <a:ln w="6350">
            <a:solidFill>
              <a:srgbClr val="BFC2C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57200" y="365760"/>
            <a:ext cx="237744" cy="237744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/>
            <a:r>
              <a:rPr sz="786" b="0" i="0" spc="31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822" y="411480"/>
            <a:ext cx="1729716" cy="15544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/>
            <a:r>
              <a:rPr sz="792" b="1" i="1" spc="3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Julian Reyes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5689" y="450342"/>
            <a:ext cx="2326791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42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CHECKLIST 02 · LISTING PREP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996" y="946404"/>
            <a:ext cx="2040770" cy="205740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/>
            <a:r>
              <a:rPr sz="540" b="1" i="0" spc="151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CLIENT HANDOUT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261872"/>
            <a:ext cx="7955280" cy="45641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2000"/>
              </a:lnSpc>
            </a:pPr>
            <a:r>
              <a:rPr sz="3311" b="1" i="0" spc="-66">
                <a:solidFill>
                  <a:srgbClr val="14161A"/>
                </a:solidFill>
                <a:latin typeface="Space Grotesk"/>
                <a:ea typeface="Space Grotesk"/>
                <a:cs typeface="Space Grotesk"/>
              </a:rPr>
              <a:t>Listing Prep for Sellers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764006"/>
            <a:ext cx="6355080" cy="19888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50000"/>
              </a:lnSpc>
            </a:pPr>
            <a:r>
              <a:rPr sz="900" b="0" i="0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Hand this to your sellers so every showing looks its best.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2209776"/>
            <a:ext cx="1797296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CURB APPEAL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239722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Fresh mulch &amp; mow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" y="270626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Repair visible fixes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" y="3015305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Touch-up paint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406640"/>
            <a:ext cx="1447538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INSIDE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" y="359409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Declutter &amp; depersonalize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3903131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Deep clean, including windows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21216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Neutralize odors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" y="4521208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Define each room's purpose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" y="4830247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Set the table / stage key rooms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221581"/>
            <a:ext cx="3156109" cy="960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540" b="1" i="0" spc="183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FINAL TOUCHES BEFORE EACH SHOWING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" y="5409033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Lights on, blinds open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" y="5718072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Secure valuables &amp; medications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" y="6027110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Pets &amp; bowls away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" y="6336149"/>
            <a:ext cx="7690104" cy="217599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30000"/>
              </a:lnSpc>
            </a:pPr>
            <a:r>
              <a:rPr sz="1152" b="0" i="0">
                <a:solidFill>
                  <a:srgbClr val="24272E"/>
                </a:solidFill>
                <a:latin typeface="Space Grotesk"/>
                <a:ea typeface="Space Grotesk"/>
                <a:cs typeface="Space Grotesk"/>
              </a:rPr>
              <a:t>Trash out, counters clear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9678924"/>
            <a:ext cx="2421374" cy="7772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0" i="0" spc="126">
                <a:solidFill>
                  <a:srgbClr val="8A8F99"/>
                </a:solidFill>
                <a:latin typeface="Space Grotesk"/>
                <a:ea typeface="Space Grotesk"/>
                <a:cs typeface="Space Grotesk"/>
              </a:rPr>
              <a:t>THE REAL ESTATE CHECKLIST PACK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18970" y="9669780"/>
            <a:ext cx="1793510" cy="9144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00000"/>
              </a:lnSpc>
            </a:pPr>
            <a:r>
              <a:rPr sz="400" b="1" i="0" spc="126">
                <a:solidFill>
                  <a:srgbClr val="2D5BE3"/>
                </a:solidFill>
                <a:latin typeface="Space Grotesk"/>
                <a:ea typeface="Space Grotesk"/>
                <a:cs typeface="Space Grotesk"/>
              </a:rPr>
              <a:t>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