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178719" cy="196596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1892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1892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27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27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699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3699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4603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4603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507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507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8964" y="450342"/>
            <a:ext cx="2413516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06 · SELLER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24" y="946404"/>
            <a:ext cx="2072774" cy="1965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AGENT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Seller Under-Contract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Coordinate the seller side from executed contract to closing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Executed contract to 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Confirm earnest money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Schedule inspection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Respond to repair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Coordinate appraisal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Track loan milestones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Order payoff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Gather warranties &amp; manuals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Schedule utilities 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Confirm closing date &amp; 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