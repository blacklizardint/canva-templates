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393192"/>
            <a:ext cx="2286" cy="18288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46404"/>
            <a:ext cx="1178719" cy="196596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0300" y="1022072"/>
            <a:ext cx="45261" cy="45261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457200" y="717804"/>
            <a:ext cx="6858000" cy="0"/>
          </a:xfrm>
          <a:prstGeom prst="line">
            <a:avLst/>
          </a:prstGeom>
          <a:ln w="6350">
            <a:solidFill>
              <a:srgbClr val="BFC2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  <a:ln w="6350">
            <a:solidFill>
              <a:srgbClr val="141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218920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14216" y="2218920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527959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14216" y="2527959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836997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14216" y="2836997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146036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14216" y="3146036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455075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14216" y="3455075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764113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457200" y="9582912"/>
            <a:ext cx="6858000" cy="0"/>
          </a:xfrm>
          <a:prstGeom prst="line">
            <a:avLst/>
          </a:prstGeom>
          <a:ln w="6350">
            <a:solidFill>
              <a:srgbClr val="BFC2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786" b="0" i="0" spc="31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1822" y="411480"/>
            <a:ext cx="1729716" cy="15544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792" b="1" i="1" spc="3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Julian Reyes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12907" y="450342"/>
            <a:ext cx="2299573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42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CHECKLIST 05 · BUYER OFFER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424" y="946404"/>
            <a:ext cx="2072774" cy="19659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540" b="1" i="0" spc="151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AGENT WORKFLOW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1252728"/>
            <a:ext cx="7955280" cy="45641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2000"/>
              </a:lnSpc>
            </a:pPr>
            <a:r>
              <a:rPr sz="3311" b="1" i="0" spc="-66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Offer &amp; Under-Contract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1754862"/>
            <a:ext cx="6355080" cy="19888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50000"/>
              </a:lnSpc>
            </a:pPr>
            <a:r>
              <a:rPr sz="900" b="0" i="0">
                <a:solidFill>
                  <a:srgbClr val="8A8F99"/>
                </a:solidFill>
                <a:latin typeface="Space Grotesk"/>
                <a:ea typeface="Space Grotesk"/>
                <a:cs typeface="Space Grotesk"/>
              </a:rPr>
              <a:t>Keep a buyer deal on track from offer to clear-to-close.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" y="2200632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Submit offer &amp; disclosures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79392" y="2200632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Earnest money deposited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" y="2509671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Acceptance &amp; timelines logged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9392" y="2509671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Order inspection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" y="2818709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Negotiate repairs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79392" y="2818709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Appraisal ordered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" y="3127748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Loan application complete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79392" y="3127748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Title &amp; survey ordered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" y="3436787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Homeowner's insurance bound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79392" y="3436787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Final walkthrough scheduled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" y="3745825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Clear to close confirmed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9678924"/>
            <a:ext cx="2421374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0" i="0" spc="126">
                <a:solidFill>
                  <a:srgbClr val="8A8F99"/>
                </a:solidFill>
                <a:latin typeface="Space Grotesk"/>
                <a:ea typeface="Space Grotesk"/>
                <a:cs typeface="Space Grotesk"/>
              </a:rPr>
              <a:t>THE REAL ESTATE CHECKLIST PACK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18970" y="9669780"/>
            <a:ext cx="1793510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26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NORTHANDOAK.CO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