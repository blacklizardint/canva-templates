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NEW PRICE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771650"/>
            <a:ext cx="895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spc="33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IMPROVED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19812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price.</a:t>
            </a:r>
            <a:endParaRPr lang="en-US" sz="7500" dirty="0"/>
          </a:p>
        </p:txBody>
      </p:sp>
      <p:sp>
        <p:nvSpPr>
          <p:cNvPr id="10" name="Text 8"/>
          <p:cNvSpPr/>
          <p:nvPr/>
        </p:nvSpPr>
        <p:spPr>
          <a:xfrm>
            <a:off x="666750" y="3333750"/>
            <a:ext cx="895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42" kern="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 a home that hasn't moved.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24000" y="3981450"/>
            <a:ext cx="3333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24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28750" y="4191000"/>
            <a:ext cx="35242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00" strike="sngStrike" dirty="0">
                <a:solidFill>
                  <a:srgbClr val="8A7D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$1,395,000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857750" y="41910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29250" y="3981450"/>
            <a:ext cx="3333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34000" y="4133850"/>
            <a:ext cx="352425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4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$1,250,000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2286000" y="5372100"/>
            <a:ext cx="57150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56007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86000" y="5943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Scottsdale, Arizona · 4 BD · 3.5 BA · 3,820 SF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THIS WEEK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