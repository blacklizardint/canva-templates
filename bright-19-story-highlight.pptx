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82218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37883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82528" y="16221075"/>
            <a:ext cx="4121944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82528" y="16935450"/>
            <a:ext cx="4121944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82528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94947" y="16221075"/>
            <a:ext cx="9525" cy="7239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6593" y="5334000"/>
            <a:ext cx="4553664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0" spc="486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LISTING HIGHLIGHT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11287125"/>
            <a:ext cx="140970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Light-filled &amp; modern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12153900"/>
            <a:ext cx="14097000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500" i="0" b="0" spc="27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$740,000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2528" y="16221075"/>
            <a:ext cx="4121944" cy="7239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i="0" b="0" spc="39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SWIPE UP FOR THE TOUR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17211675"/>
            <a:ext cx="140970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9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pic>
        <p:nvPicPr>
          <p:cNvPr id="19" name="Picture 18" descr="bright-19-story-highlight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5972175"/>
            <a:ext cx="7239000" cy="495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