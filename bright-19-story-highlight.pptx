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724025"/>
            <a:ext cx="85725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976312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99308" y="54864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20793" y="54864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87823" y="16011525"/>
            <a:ext cx="5111353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7823" y="16859250"/>
            <a:ext cx="5111353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7823" y="16011525"/>
            <a:ext cx="9525" cy="85725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9652" y="16011525"/>
            <a:ext cx="9525" cy="85725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019" y="1076325"/>
            <a:ext cx="81534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425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857250"/>
            <a:ext cx="5962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1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1200150"/>
            <a:ext cx="5962650" cy="276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0" spc="313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3938" y="5334000"/>
            <a:ext cx="5138976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0" spc="4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LISTING HIGHLIGHT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905000" y="11344275"/>
            <a:ext cx="14097000" cy="657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5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Light-filled &amp; modern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05000" y="12211050"/>
            <a:ext cx="14097000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00" i="0" b="0" spc="27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117 LARKSPUR LANE · $740,000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823" y="16011525"/>
            <a:ext cx="5111353" cy="857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2025" i="0" b="0" spc="44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SWIPE UP FOR THE 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905000" y="17154525"/>
            <a:ext cx="14097000" cy="276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313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pic>
        <p:nvPicPr>
          <p:cNvPr id="19" name="Picture 18" descr="bright-19-story-highlight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029325"/>
            <a:ext cx="7239000" cy="495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