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1504950"/>
            <a:ext cx="8572500" cy="9525"/>
          </a:xfrm>
          <a:prstGeom prst="rect">
            <a:avLst/>
          </a:prstGeom>
          <a:solidFill>
            <a:srgbClr val="C4CD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7250" y="866775"/>
            <a:ext cx="381000" cy="3810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99668" y="5457825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320433" y="5457825"/>
            <a:ext cx="66675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524000" y="5929312"/>
            <a:ext cx="7239000" cy="4953000"/>
          </a:xfrm>
          <a:prstGeom prst="rect">
            <a:avLst/>
          </a:prstGeom>
          <a:solidFill>
            <a:srgbClr val="EDE7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24000" y="5929312"/>
            <a:ext cx="7239000" cy="9525"/>
          </a:xfrm>
          <a:prstGeom prst="rect">
            <a:avLst/>
          </a:prstGeom>
          <a:solidFill>
            <a:srgbClr val="D3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24000" y="10872788"/>
            <a:ext cx="7239000" cy="9525"/>
          </a:xfrm>
          <a:prstGeom prst="rect">
            <a:avLst/>
          </a:prstGeom>
          <a:solidFill>
            <a:srgbClr val="D3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524000" y="5929312"/>
            <a:ext cx="9525" cy="4953000"/>
          </a:xfrm>
          <a:prstGeom prst="rect">
            <a:avLst/>
          </a:prstGeom>
          <a:solidFill>
            <a:srgbClr val="D3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753475" y="5929312"/>
            <a:ext cx="9525" cy="4953000"/>
          </a:xfrm>
          <a:prstGeom prst="rect">
            <a:avLst/>
          </a:prstGeom>
          <a:solidFill>
            <a:srgbClr val="D3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36925" y="16535400"/>
            <a:ext cx="281300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36925" y="17021175"/>
            <a:ext cx="2813000" cy="9525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36925" y="16535400"/>
            <a:ext cx="9525" cy="4953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40401" y="16535400"/>
            <a:ext cx="9525" cy="495300"/>
          </a:xfrm>
          <a:prstGeom prst="rect">
            <a:avLst/>
          </a:prstGeom>
          <a:solidFill>
            <a:srgbClr val="97A9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9162" y="971550"/>
            <a:ext cx="792480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350" i="0" b="0">
                <a:solidFill>
                  <a:srgbClr val="97A98C"/>
                </a:solidFill>
                <a:latin typeface="Cormorant Garamond"/>
                <a:ea typeface="Cormorant Garamond"/>
                <a:cs typeface="Cormorant Garamond"/>
              </a:rPr>
              <a:t>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0650" y="857250"/>
            <a:ext cx="3282315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800" i="0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Maya Ellison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0650" y="1133475"/>
            <a:ext cx="3282315" cy="1238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637" i="0" b="0" spc="216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REALTOR®  |  MODERN LIVING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74514" y="5376862"/>
            <a:ext cx="3537823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937" i="0" b="0" spc="412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LISTING HIGHLIGHT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23836" y="8324850"/>
            <a:ext cx="2239328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825" i="0" b="0" spc="247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LISTING PHOTO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-1905000" y="11244262"/>
            <a:ext cx="14097000" cy="6572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4500" i="1" b="0">
                <a:solidFill>
                  <a:srgbClr val="33322E"/>
                </a:solidFill>
                <a:latin typeface="Cormorant Garamond"/>
                <a:ea typeface="Cormorant Garamond"/>
                <a:cs typeface="Cormorant Garamond"/>
              </a:rPr>
              <a:t>Light-filled &amp; modern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-1905000" y="12072938"/>
            <a:ext cx="14097000" cy="2000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050" i="0" b="0" spc="210">
                <a:solidFill>
                  <a:srgbClr val="33322E"/>
                </a:solidFill>
                <a:latin typeface="Poppins"/>
                <a:ea typeface="Poppins"/>
                <a:cs typeface="Poppins"/>
              </a:rPr>
              <a:t>117 LARKSPUR LANE · $740,000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36925" y="16535400"/>
            <a:ext cx="2813000" cy="4953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/>
            <a:r>
              <a:rPr sz="900" i="0" b="0" spc="270">
                <a:solidFill>
                  <a:srgbClr val="97A98C"/>
                </a:solidFill>
                <a:latin typeface="Poppins"/>
                <a:ea typeface="Poppins"/>
                <a:cs typeface="Poppins"/>
              </a:rPr>
              <a:t>SWIPE UP FOR THE TOUR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-1905000" y="17278350"/>
            <a:ext cx="14097000" cy="1524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750" i="0" b="0" spc="210">
                <a:solidFill>
                  <a:srgbClr val="8A867E"/>
                </a:solidFill>
                <a:latin typeface="Poppins"/>
                <a:ea typeface="Poppins"/>
                <a:cs typeface="Poppins"/>
              </a:rPr>
              <a:t>@MAYAELLISON · MAYAELLISON.COM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