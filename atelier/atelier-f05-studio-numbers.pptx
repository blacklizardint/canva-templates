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1276350"/>
            <a:ext cx="89535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666750"/>
            <a:ext cx="400050" cy="9525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1057275"/>
            <a:ext cx="400050" cy="9525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6750" y="666750"/>
            <a:ext cx="9525" cy="40005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7275" y="666750"/>
            <a:ext cx="9525" cy="40005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44801" y="5013871"/>
            <a:ext cx="9525" cy="11144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32525" y="5013871"/>
            <a:ext cx="9525" cy="11144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6750" y="9315450"/>
            <a:ext cx="89535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4914" y="9527452"/>
            <a:ext cx="80822" cy="80822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3814" y="795338"/>
            <a:ext cx="742236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125" i="0" b="1" spc="45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0150" y="723900"/>
            <a:ext cx="2764869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125" i="0" b="1" spc="45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STUDIO MAEVE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150" y="923925"/>
            <a:ext cx="2764869" cy="857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" i="0" b="0" spc="108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INTERIOR DESIGN &amp; STYLING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228" y="804862"/>
            <a:ext cx="2489835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49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MAY 2026 · ISSUE 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50" y="3566071"/>
            <a:ext cx="14706600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1" spc="306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THE STUDIO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" y="3851821"/>
            <a:ext cx="5258276" cy="762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5400" i="1" b="0">
                <a:solidFill>
                  <a:srgbClr val="1A1714"/>
                </a:solidFill>
                <a:latin typeface="Fraunces"/>
                <a:ea typeface="Fraunces"/>
                <a:cs typeface="Fraunces"/>
              </a:rPr>
              <a:t>The studio,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57464" y="3842296"/>
            <a:ext cx="8527018" cy="762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5400" i="0" b="1" spc="-108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by the numbers.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13871"/>
            <a:ext cx="4353401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99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PROJECTS COMPLETED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32946"/>
            <a:ext cx="4353401" cy="685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5400" i="0" b="1" spc="-162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124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994946"/>
            <a:ext cx="4353401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1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+ 11 this year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01976" y="5013871"/>
            <a:ext cx="4353639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99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ROOMS STYLED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01976" y="5232946"/>
            <a:ext cx="4353639" cy="685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5400" i="0" b="1" spc="-162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300+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01976" y="5994946"/>
            <a:ext cx="4353639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1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&amp; counting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9700" y="5013871"/>
            <a:ext cx="4353639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99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YEARS IN STUDIO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89700" y="5232946"/>
            <a:ext cx="4353639" cy="685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5400" i="0" b="1" spc="-162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89700" y="5994946"/>
            <a:ext cx="4353639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1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since 2017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6750" y="6509296"/>
            <a:ext cx="8001000" cy="421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8000"/>
              </a:lnSpc>
            </a:pPr>
            <a:r>
              <a:rPr sz="1050" i="0" b="0">
                <a:solidFill>
                  <a:srgbClr val="2A2622"/>
                </a:solidFill>
                <a:latin typeface="Archivo"/>
                <a:ea typeface="Archivo"/>
                <a:cs typeface="Archivo"/>
              </a:rPr>
              <a:t>Booked through spring, three rooms wrapping this month, and a sourcing trip to Milan on the calendar. The studio is full — and so is the moodboard.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675" y="9515475"/>
            <a:ext cx="3865245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120">
                <a:solidFill>
                  <a:srgbClr val="2A2622"/>
                </a:solidFill>
                <a:latin typeface="Space Mono"/>
                <a:ea typeface="Space Mono"/>
                <a:cs typeface="Space Mono"/>
              </a:rPr>
              <a:t>@STUDIOMAEVE · STUDIOMAEVE.COM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4397" y="9515475"/>
            <a:ext cx="2534364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165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SEE THE PORTFOLIO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