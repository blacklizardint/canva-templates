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44801" y="5004346"/>
            <a:ext cx="9525" cy="11144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2525" y="5004346"/>
            <a:ext cx="9525" cy="11144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228" y="804862"/>
            <a:ext cx="248983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MAY 2026 · ISSUE 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3575596"/>
            <a:ext cx="14706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861346"/>
            <a:ext cx="5258276" cy="762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studio,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7464" y="3851821"/>
            <a:ext cx="8527018" cy="762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5400" i="0" b="1" spc="-108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by the numbers.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04346"/>
            <a:ext cx="435340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9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PROJECTS COMPLETED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23421"/>
            <a:ext cx="4353401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0" b="1" spc="-16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124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85421"/>
            <a:ext cx="435340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+ 11 this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1976" y="5004346"/>
            <a:ext cx="435363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9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ROOMS STYLED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1976" y="5223421"/>
            <a:ext cx="4353639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0" b="1" spc="-16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1976" y="5985421"/>
            <a:ext cx="435363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&amp; counting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9700" y="5004346"/>
            <a:ext cx="435363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9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YEARS IN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9700" y="5223421"/>
            <a:ext cx="4353639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0" b="1" spc="-16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89700" y="5985421"/>
            <a:ext cx="435363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since 2017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" y="6499771"/>
            <a:ext cx="8001000" cy="421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050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Booked through spring, three rooms wrapping this month, and a sourcing trip to Milan on the calendar. The studio is full — and so is the moodboard.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2A2622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4397" y="9515475"/>
            <a:ext cx="253436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SEE THE PORTFOLIO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