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87638" y="8852148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713" y="8852148"/>
            <a:ext cx="57150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9611" y="952500"/>
            <a:ext cx="421362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 spc="180">
                <a:solidFill>
                  <a:srgbClr val="A5A19C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334000"/>
            <a:ext cx="14401800" cy="4191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850" i="0" b="0" spc="45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5353050"/>
            <a:ext cx="1371600" cy="7429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9750" i="1" b="1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210300"/>
            <a:ext cx="8763000" cy="2005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40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She listened, then gave us a home that feels collected and calm — nothing about it looks decorated. It just looks like 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2386" y="8730258"/>
            <a:ext cx="3302079" cy="2628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2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Priya &amp; Sam 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164538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168">
                <a:solidFill>
                  <a:srgbClr val="B2AFAA"/>
                </a:solidFill>
                <a:latin typeface="Space Mono"/>
                <a:ea typeface="Space Mono"/>
                <a:cs typeface="Space Mono"/>
              </a:rPr>
              <a:t>ALAMEDA, PORTLAND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16097250"/>
            <a:ext cx="4832985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