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88271" y="8527852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4379" y="8527852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524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608" y="909638"/>
            <a:ext cx="790575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75" i="0" b="1" spc="51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69895" y="938212"/>
            <a:ext cx="2869168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05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STORY 04 · TESTIMONIAL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2057400" y="5715000"/>
            <a:ext cx="14401800" cy="3143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2100" i="0" b="0" spc="45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◆ ◆ ◆ ◆ 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1520" y="5686425"/>
            <a:ext cx="1203960" cy="61719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60000"/>
              </a:lnSpc>
            </a:pPr>
            <a:r>
              <a:rPr sz="8100" i="1" b="1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6410325"/>
            <a:ext cx="8763000" cy="158412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2000"/>
              </a:lnSpc>
            </a:pPr>
            <a:r>
              <a:rPr sz="31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She listened, then gave us a home that feels collected and calm — nothing about it looks decorated. It just looks like us.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1914" y="8413552"/>
            <a:ext cx="2523172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16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Priya &amp; Sam 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2057400" y="8794552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7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ALAMEDA, PORTLAND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8250" y="15978188"/>
            <a:ext cx="3362325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13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READ MORE 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1585" y="17297400"/>
            <a:ext cx="4683681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65">
                <a:solidFill>
                  <a:srgbClr val="B7B3AE"/>
                </a:solidFill>
                <a:latin typeface="Space Mono"/>
                <a:ea typeface="Space Mono"/>
                <a:cs typeface="Space Mono"/>
              </a:rPr>
              <a:t>@STUDIOMAEVE  ◆  STUDIOMAEVE.COM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