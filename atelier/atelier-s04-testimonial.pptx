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5524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04925"/>
            <a:ext cx="5524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5524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04925" y="762000"/>
            <a:ext cx="9525" cy="5524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87638" y="8852148"/>
            <a:ext cx="57150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713" y="8852148"/>
            <a:ext cx="57150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170" y="938212"/>
            <a:ext cx="88677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75" i="0" b="1" spc="63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0464" y="933450"/>
            <a:ext cx="510825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199">
                <a:solidFill>
                  <a:srgbClr val="A5A19C"/>
                </a:solidFill>
                <a:latin typeface="Space Mono"/>
                <a:ea typeface="Space Mono"/>
                <a:cs typeface="Space Mono"/>
              </a:rPr>
              <a:t>STORY 04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334000"/>
            <a:ext cx="144018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850" i="0" b="0" spc="45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◆ ◆ ◆ ◆ 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7700" y="5353050"/>
            <a:ext cx="1371600" cy="742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60000"/>
              </a:lnSpc>
            </a:pPr>
            <a:r>
              <a:rPr sz="9750" i="1" b="1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210300"/>
            <a:ext cx="8763000" cy="2005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40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She listened, then gave us a home that feels collected and calm — nothing about it looks decorated. It just looks like 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2386" y="8730258"/>
            <a:ext cx="3302079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Priya &amp; Sam 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164538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170">
                <a:solidFill>
                  <a:srgbClr val="B2AFAA"/>
                </a:solidFill>
                <a:latin typeface="Space Mono"/>
                <a:ea typeface="Space Mono"/>
                <a:cs typeface="Space Mono"/>
              </a:rPr>
              <a:t>ALAMEDA, PORTLAND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6078200"/>
            <a:ext cx="546735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16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READ MORE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9690" y="17164050"/>
            <a:ext cx="762762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56">
                <a:solidFill>
                  <a:srgbClr val="BBB8B2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