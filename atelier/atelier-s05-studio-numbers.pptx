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5524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304925"/>
            <a:ext cx="5524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5524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04925" y="762000"/>
            <a:ext cx="9525" cy="5524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5765899"/>
            <a:ext cx="8763000" cy="184785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5765899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7604224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5765899"/>
            <a:ext cx="9525" cy="18478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15475" y="5765899"/>
            <a:ext cx="9525" cy="18478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7842349"/>
            <a:ext cx="8763000" cy="184785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2000" y="7842349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2000" y="9680674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000" y="7842349"/>
            <a:ext cx="9525" cy="18478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15475" y="7842349"/>
            <a:ext cx="9525" cy="18478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2000" y="9918799"/>
            <a:ext cx="8763000" cy="184785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9918799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000" y="11757124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000" y="9918799"/>
            <a:ext cx="9525" cy="18478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15475" y="9918799"/>
            <a:ext cx="9525" cy="18478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2000" y="15782925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000" y="16659225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2000" y="15782925"/>
            <a:ext cx="9525" cy="8858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15475" y="15782925"/>
            <a:ext cx="9525" cy="8858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77621" y="16165220"/>
            <a:ext cx="121233" cy="121234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170" y="938212"/>
            <a:ext cx="886778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75" i="0" b="1" spc="63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8554" y="952500"/>
            <a:ext cx="4039314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0" spc="180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STORY 05 · THE 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2857500"/>
            <a:ext cx="14401800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75" i="0" b="1" spc="472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THE STUDIO · MAY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3181350"/>
            <a:ext cx="7425928" cy="10953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78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The studio,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4083100"/>
            <a:ext cx="14345126" cy="1104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7800" i="0" b="1" spc="-234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BY THE NUMBERS.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525" y="6514505"/>
            <a:ext cx="853440" cy="35049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300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3550" y="6156424"/>
            <a:ext cx="11209496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1" spc="216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PROJECTS 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3550" y="6423124"/>
            <a:ext cx="11209496" cy="800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6300" i="0" b="1" spc="-189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124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7110" y="6585049"/>
            <a:ext cx="936784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25" i="0" b="1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+ 11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525" y="8590955"/>
            <a:ext cx="853440" cy="35049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300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3550" y="8232874"/>
            <a:ext cx="10253424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1" spc="216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ROOMS STYLED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3550" y="8499574"/>
            <a:ext cx="10253424" cy="800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6300" i="0" b="1" spc="-189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300+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9565" y="8661499"/>
            <a:ext cx="1892856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25" i="0" b="1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&amp; counting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525" y="10667405"/>
            <a:ext cx="853440" cy="35049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300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3550" y="10309324"/>
            <a:ext cx="10300097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1" spc="216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YEARS IN STUDIO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3550" y="10576024"/>
            <a:ext cx="10300097" cy="800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6300" i="0" b="1" spc="-189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8736" y="10737949"/>
            <a:ext cx="1846183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25" i="0" b="1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since 2017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3500" y="16097250"/>
            <a:ext cx="4618672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25" i="0" b="1" spc="172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SEE THE PORTFOLIO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82075" y="16078200"/>
            <a:ext cx="716280" cy="2952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0" b="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3799" y="17192625"/>
            <a:ext cx="6639401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i="0" b="0" spc="240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@STUDIOMAEVE  ◆  STUDIOMAEVE.COM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