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492353"/>
            <a:ext cx="8763000" cy="13811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5492353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863953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5492353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15475" y="5492353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7044928"/>
            <a:ext cx="8763000" cy="13811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7044928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8416528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7044928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15475" y="7044928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8597503"/>
            <a:ext cx="8763000" cy="13811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8597503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9969103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8597503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8597503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0588" y="938212"/>
            <a:ext cx="2756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05 · THE STUDIO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857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THE STUDIO · MAY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162300"/>
            <a:ext cx="6613208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9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The studio,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4067175"/>
            <a:ext cx="12733734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0" b="1" spc="-206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BY THE NUMBERS.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275" y="6016228"/>
            <a:ext cx="731520" cy="333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4950" y="5787628"/>
            <a:ext cx="1199459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PROJECTS COMPLETED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4950" y="5968603"/>
            <a:ext cx="11994594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124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2046" y="6111478"/>
            <a:ext cx="76128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+ 11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7275" y="7568803"/>
            <a:ext cx="731520" cy="333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4950" y="7340203"/>
            <a:ext cx="11340227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ROOMS STYLED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04950" y="7521178"/>
            <a:ext cx="11340227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300+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83067" y="7664053"/>
            <a:ext cx="1415653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&amp; counting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7275" y="9121378"/>
            <a:ext cx="731520" cy="333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04950" y="8892778"/>
            <a:ext cx="1137237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YEARS IN STUDIO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4950" y="9073753"/>
            <a:ext cx="11372374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3159" y="9216628"/>
            <a:ext cx="138350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since 2017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8250" y="15978188"/>
            <a:ext cx="322254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SEE THE PORTFOLIO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