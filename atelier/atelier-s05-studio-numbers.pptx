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5288756"/>
            <a:ext cx="8763000" cy="13811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5288756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660356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5288756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15475" y="5288756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6841331"/>
            <a:ext cx="8763000" cy="13811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6841331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2000" y="8212931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000" y="6841331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15475" y="6841331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" y="8393906"/>
            <a:ext cx="8763000" cy="1381125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8393906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9765506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000" y="8393906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8393906"/>
            <a:ext cx="9525" cy="13811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2608" y="909638"/>
            <a:ext cx="79057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0588" y="938212"/>
            <a:ext cx="275605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STORY 05 · THE STUDIO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285750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30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THE STUDIO · MAY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3057525"/>
            <a:ext cx="6613208" cy="971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9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The studio,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863578"/>
            <a:ext cx="12733734" cy="971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900" i="0" b="1" spc="-206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BY THE NUMBERS.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275" y="5847904"/>
            <a:ext cx="731520" cy="2628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2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4950" y="5584031"/>
            <a:ext cx="1199459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PROJECTS COMPLETED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4950" y="5765006"/>
            <a:ext cx="11994594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124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92046" y="5907881"/>
            <a:ext cx="76128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+ 11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7275" y="7400479"/>
            <a:ext cx="731520" cy="2628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2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4950" y="7136606"/>
            <a:ext cx="11340227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ROOMS STYLED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04950" y="7317581"/>
            <a:ext cx="11340227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300+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83067" y="7460456"/>
            <a:ext cx="1415653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&amp; counting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7275" y="8953054"/>
            <a:ext cx="731520" cy="2628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2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04950" y="8689181"/>
            <a:ext cx="1137237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YEARS IN STUDIO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4950" y="8870156"/>
            <a:ext cx="11372374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3159" y="9013031"/>
            <a:ext cx="138350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since 2017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8250" y="15978188"/>
            <a:ext cx="322254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SEE THE PORTFOLIO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