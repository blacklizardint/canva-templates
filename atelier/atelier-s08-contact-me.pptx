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670477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361932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053388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8744843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668" y="938212"/>
            <a:ext cx="241673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STORY 08 ·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238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LET’S WORK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457575"/>
            <a:ext cx="9854565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243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LET’S 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413498"/>
            <a:ext cx="7786211" cy="1133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your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331446"/>
            <a:ext cx="851773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7625" y="6198096"/>
            <a:ext cx="3352800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503 · 555 · 0142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7022902"/>
            <a:ext cx="96964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4827" y="6889552"/>
            <a:ext cx="4877276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hello@studiomaeve.com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7714357"/>
            <a:ext cx="61650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3717" y="7581007"/>
            <a:ext cx="3087052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@studiomaeve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8405812"/>
            <a:ext cx="73413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9158" y="8272462"/>
            <a:ext cx="3542348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studiomaeve.com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4876800" y="9040118"/>
            <a:ext cx="14401800" cy="19273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92000"/>
              </a:lnSpc>
            </a:pPr>
            <a:r>
              <a:rPr sz="16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4876800" y="9290000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PRINCIPAL DESIGNER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250" y="15978188"/>
            <a:ext cx="1893808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SEND A 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