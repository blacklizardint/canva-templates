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5524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304925"/>
            <a:ext cx="5524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5524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4925" y="762000"/>
            <a:ext cx="9525" cy="5524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7180808"/>
            <a:ext cx="87630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074223"/>
            <a:ext cx="87630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8967639"/>
            <a:ext cx="87630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9861054"/>
            <a:ext cx="87630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782925"/>
            <a:ext cx="8763000" cy="95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6659225"/>
            <a:ext cx="8763000" cy="95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15782925"/>
            <a:ext cx="9525" cy="8858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15475" y="15782925"/>
            <a:ext cx="9525" cy="8858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7621" y="16165220"/>
            <a:ext cx="121233" cy="121234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170" y="938212"/>
            <a:ext cx="886778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75" i="0" b="1" spc="63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7734" y="933450"/>
            <a:ext cx="424862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0" spc="199">
                <a:solidFill>
                  <a:srgbClr val="A5A19C"/>
                </a:solidFill>
                <a:latin typeface="Space Mono"/>
                <a:ea typeface="Space Mono"/>
                <a:cs typeface="Space Mono"/>
              </a:rPr>
              <a:t>STORY 08 ·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143250"/>
            <a:ext cx="144018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 spc="49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LET’S WORK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505200"/>
            <a:ext cx="10731579" cy="1257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850" i="0" b="1" spc="-26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LET’S MAKE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539109"/>
            <a:ext cx="8471773" cy="1247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8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your home.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696968"/>
            <a:ext cx="1361599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0" y="6563618"/>
            <a:ext cx="4343400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503 · 555 · 0142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7590383"/>
            <a:ext cx="1542574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8252" y="7457033"/>
            <a:ext cx="6375797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hello@studiomaeve.com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8483798"/>
            <a:ext cx="935593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956" y="8350448"/>
            <a:ext cx="3989070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@studiomaeve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9377214"/>
            <a:ext cx="1213009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 spc="25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0445" y="9243864"/>
            <a:ext cx="4596289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studiomaeve.com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4876800" y="10251579"/>
            <a:ext cx="14401800" cy="2628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92000"/>
              </a:lnSpc>
            </a:pPr>
            <a:r>
              <a:rPr sz="22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4876800" y="10590609"/>
            <a:ext cx="14401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25" i="0" b="1" spc="256">
                <a:solidFill>
                  <a:srgbClr val="A5A19C"/>
                </a:solidFill>
                <a:latin typeface="Archivo"/>
                <a:ea typeface="Archivo"/>
                <a:cs typeface="Archivo"/>
              </a:rPr>
              <a:t>PRINCIPAL DESIGNER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3500" y="16078200"/>
            <a:ext cx="2955846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25" i="0" b="1" spc="162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SEND A DM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2075" y="16078200"/>
            <a:ext cx="716280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9690" y="17164050"/>
            <a:ext cx="762762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 spc="256">
                <a:solidFill>
                  <a:srgbClr val="BBB8B2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