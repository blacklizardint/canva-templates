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55245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304925"/>
            <a:ext cx="55245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55245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04925" y="762000"/>
            <a:ext cx="9525" cy="55245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7161758"/>
            <a:ext cx="8763000" cy="9525"/>
          </a:xfrm>
          <a:prstGeom prst="rect">
            <a:avLst/>
          </a:prstGeom>
          <a:solidFill>
            <a:srgbClr val="423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8055173"/>
            <a:ext cx="8763000" cy="9525"/>
          </a:xfrm>
          <a:prstGeom prst="rect">
            <a:avLst/>
          </a:prstGeom>
          <a:solidFill>
            <a:srgbClr val="423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8948589"/>
            <a:ext cx="8763000" cy="9525"/>
          </a:xfrm>
          <a:prstGeom prst="rect">
            <a:avLst/>
          </a:prstGeom>
          <a:solidFill>
            <a:srgbClr val="423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9842004"/>
            <a:ext cx="8763000" cy="9525"/>
          </a:xfrm>
          <a:prstGeom prst="rect">
            <a:avLst/>
          </a:prstGeom>
          <a:solidFill>
            <a:srgbClr val="423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5782925"/>
            <a:ext cx="8763000" cy="95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16659225"/>
            <a:ext cx="8763000" cy="95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000" y="15782925"/>
            <a:ext cx="9525" cy="8858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15475" y="15782925"/>
            <a:ext cx="9525" cy="8858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77621" y="16165220"/>
            <a:ext cx="121233" cy="121234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0170" y="938212"/>
            <a:ext cx="886778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575" i="0" b="1" spc="63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5082" y="952500"/>
            <a:ext cx="3516868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0" spc="180">
                <a:solidFill>
                  <a:srgbClr val="A5A19C"/>
                </a:solidFill>
                <a:latin typeface="Space Mono"/>
                <a:ea typeface="Space Mono"/>
                <a:cs typeface="Space Mono"/>
              </a:rPr>
              <a:t>STORY 08 · CONTACT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3143250"/>
            <a:ext cx="14401800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75" i="0" b="1" spc="472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LET’S WORK TOGETHER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3486150"/>
            <a:ext cx="10731579" cy="12573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8850" i="0" b="1" spc="-265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LET’S MAKE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520059"/>
            <a:ext cx="8471773" cy="1247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88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your home.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6706493"/>
            <a:ext cx="1226344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1" spc="24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CALL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0" y="6544568"/>
            <a:ext cx="4343400" cy="35049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300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503 · 555 · 0142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7599908"/>
            <a:ext cx="1383506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1" spc="24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EMAIL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78252" y="7437983"/>
            <a:ext cx="6375797" cy="35049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300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hello@studiomaeve.com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8493323"/>
            <a:ext cx="857964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1" spc="24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DM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956" y="8331398"/>
            <a:ext cx="3989070" cy="35049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300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@studiomaeve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9386739"/>
            <a:ext cx="1096328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1" spc="24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90445" y="9224814"/>
            <a:ext cx="4596289" cy="35049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300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studiomaeve.com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-4876800" y="10232529"/>
            <a:ext cx="14401800" cy="26283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>
              <a:lnSpc>
                <a:spcPct val="92000"/>
              </a:lnSpc>
            </a:pPr>
            <a:r>
              <a:rPr sz="225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Maeve Sullivan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4876800" y="10571559"/>
            <a:ext cx="14401800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/>
            <a:r>
              <a:rPr sz="1125" i="0" b="1" spc="225">
                <a:solidFill>
                  <a:srgbClr val="A5A19C"/>
                </a:solidFill>
                <a:latin typeface="Archivo"/>
                <a:ea typeface="Archivo"/>
                <a:cs typeface="Archivo"/>
              </a:rPr>
              <a:t>PRINCIPAL DESIGNER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33500" y="16097250"/>
            <a:ext cx="2637472" cy="2571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725" i="0" b="1" spc="172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SEND A DM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2075" y="16078200"/>
            <a:ext cx="716280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950" i="0" b="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3799" y="17192625"/>
            <a:ext cx="6639401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240">
                <a:solidFill>
                  <a:srgbClr val="BBB8B2"/>
                </a:solidFill>
                <a:latin typeface="Space Mono"/>
                <a:ea typeface="Space Mono"/>
                <a:cs typeface="Space Mono"/>
              </a:rPr>
              <a:t>@STUDIOMAEVE  ◆  STUDIOMAEVE.COM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