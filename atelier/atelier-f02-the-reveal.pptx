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76350"/>
            <a:ext cx="89535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57275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7275" y="66675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01380" y="3835896"/>
            <a:ext cx="51435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71270" y="3835896"/>
            <a:ext cx="51435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3814" y="79533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0150" y="723900"/>
            <a:ext cx="2764869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0150" y="923925"/>
            <a:ext cx="276486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08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INTERIOR DESIGN &amp; 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7148" y="814388"/>
            <a:ext cx="1985962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02 · THE REVEAL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2889" y="3778746"/>
            <a:ext cx="2161222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THE REVEAL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57626" y="4083546"/>
            <a:ext cx="10402252" cy="144006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126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Revealed.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5500" y="5790307"/>
            <a:ext cx="6096000" cy="51792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60000"/>
              </a:lnSpc>
            </a:pPr>
            <a:r>
              <a:rPr sz="1275" i="0" b="0">
                <a:solidFill>
                  <a:srgbClr val="2A2622"/>
                </a:solidFill>
                <a:latin typeface="Archivo"/>
                <a:ea typeface="Archivo"/>
                <a:cs typeface="Archivo"/>
              </a:rPr>
              <a:t>Another home, fully transformed. So proud to share the reveal of The Hawthorne Project — styled top to bottom and ready to live 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5868" y="6593979"/>
            <a:ext cx="473511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1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DESIGNED &amp; STYLED BY MAEVE SULLIVAN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75" y="9515475"/>
            <a:ext cx="386524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20">
                <a:solidFill>
                  <a:srgbClr val="2A2622"/>
                </a:solidFill>
                <a:latin typeface="Space Mono"/>
                <a:ea typeface="Space Mono"/>
                <a:cs typeface="Space Mono"/>
              </a:rPr>
              <a:t>@STUDIOMAEVE · STUDIOMAEVE.COM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7029" y="9515475"/>
            <a:ext cx="275415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16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NOW BOOKING SPRING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