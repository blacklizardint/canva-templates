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0287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287000" cy="10287000"/>
          </a:xfrm>
          <a:prstGeom prst="rect">
            <a:avLst/>
          </a:prstGeom>
          <a:solidFill>
            <a:srgbClr val="FAF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66750" y="12763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66750" y="666750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66750" y="1057275"/>
            <a:ext cx="400050" cy="9525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66750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057275" y="666750"/>
            <a:ext cx="9525" cy="400050"/>
          </a:xfrm>
          <a:prstGeom prst="rect">
            <a:avLst/>
          </a:prstGeom>
          <a:solidFill>
            <a:srgbClr val="1A171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3901380" y="3835896"/>
            <a:ext cx="51435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871270" y="3835896"/>
            <a:ext cx="514350" cy="19050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66750" y="9315450"/>
            <a:ext cx="8953500" cy="9525"/>
          </a:xfrm>
          <a:prstGeom prst="rect">
            <a:avLst/>
          </a:prstGeom>
          <a:solidFill>
            <a:srgbClr val="E5DFD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54914" y="9527452"/>
            <a:ext cx="80822" cy="80822"/>
          </a:xfrm>
          <a:prstGeom prst="rect">
            <a:avLst/>
          </a:prstGeom>
          <a:solidFill>
            <a:srgbClr val="BC5B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53814" y="795338"/>
            <a:ext cx="742236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00150" y="723900"/>
            <a:ext cx="2764869" cy="1428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>
              <a:lnSpc>
                <a:spcPct val="100000"/>
              </a:lnSpc>
            </a:pPr>
            <a:r>
              <a:rPr sz="1125" i="0" b="1" spc="45">
                <a:solidFill>
                  <a:srgbClr val="1A1714"/>
                </a:solidFill>
                <a:latin typeface="Archivo"/>
                <a:ea typeface="Archivo"/>
                <a:cs typeface="Archivo"/>
              </a:rPr>
              <a:t>STUDIO MAEVE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00150" y="923925"/>
            <a:ext cx="2764869" cy="857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600" i="0" b="0" spc="108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INTERIOR DESIGN &amp; STYLING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17148" y="814388"/>
            <a:ext cx="1985962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7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02 · THE REVEAL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62889" y="3778746"/>
            <a:ext cx="2161222" cy="133350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900" i="0" b="1" spc="306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THE REVEAL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-57626" y="4083546"/>
            <a:ext cx="10402252" cy="1440061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>
              <a:lnSpc>
                <a:spcPct val="90000"/>
              </a:lnSpc>
            </a:pPr>
            <a:r>
              <a:rPr sz="12600" i="1" b="0">
                <a:solidFill>
                  <a:srgbClr val="1A1714"/>
                </a:solidFill>
                <a:latin typeface="Fraunces"/>
                <a:ea typeface="Fraunces"/>
                <a:cs typeface="Fraunces"/>
              </a:rPr>
              <a:t>Revealed.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095500" y="5790307"/>
            <a:ext cx="6096000" cy="517922"/>
          </a:xfrm>
          <a:prstGeom prst="rect">
            <a:avLst/>
          </a:prstGeom>
          <a:noFill/>
        </p:spPr>
        <p:txBody>
          <a:bodyPr wrap="square" anchor="t" lIns="0" rIns="0" tIns="0" bIns="0"/>
          <a:lstStyle/>
          <a:p>
            <a:pPr algn="ctr">
              <a:lnSpc>
                <a:spcPct val="160000"/>
              </a:lnSpc>
            </a:pPr>
            <a:r>
              <a:rPr sz="1275" i="0" b="0">
                <a:solidFill>
                  <a:srgbClr val="2A2622"/>
                </a:solidFill>
                <a:latin typeface="Archivo"/>
                <a:ea typeface="Archivo"/>
                <a:cs typeface="Archivo"/>
              </a:rPr>
              <a:t>Another home, fully transformed. So proud to share the reveal of The Hawthorne Project — styled top to bottom and ready to live in.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75868" y="6593979"/>
            <a:ext cx="4735116" cy="12382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ctr"/>
            <a:r>
              <a:rPr sz="825" i="0" b="0" spc="115">
                <a:solidFill>
                  <a:srgbClr val="8A7E6F"/>
                </a:solidFill>
                <a:latin typeface="Space Mono"/>
                <a:ea typeface="Space Mono"/>
                <a:cs typeface="Space Mono"/>
              </a:rPr>
              <a:t>DESIGNED &amp; STYLED BY MAEVE SULLIVAN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8675" y="9515475"/>
            <a:ext cx="3865245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0" spc="120">
                <a:solidFill>
                  <a:srgbClr val="2A2622"/>
                </a:solidFill>
                <a:latin typeface="Space Mono"/>
                <a:ea typeface="Space Mono"/>
                <a:cs typeface="Space Mono"/>
              </a:rPr>
              <a:t>@STUDIOMAEVE · STUDIOMAEVE.COM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37029" y="9515475"/>
            <a:ext cx="2754154" cy="104775"/>
          </a:xfrm>
          <a:prstGeom prst="rect">
            <a:avLst/>
          </a:prstGeom>
          <a:noFill/>
        </p:spPr>
        <p:txBody>
          <a:bodyPr wrap="none" anchor="t" lIns="0" rIns="0" tIns="0" bIns="0"/>
          <a:lstStyle/>
          <a:p>
            <a:pPr algn="l"/>
            <a:r>
              <a:rPr sz="750" i="0" b="1" spc="165">
                <a:solidFill>
                  <a:srgbClr val="BC5B36"/>
                </a:solidFill>
                <a:latin typeface="Archivo"/>
                <a:ea typeface="Archivo"/>
                <a:cs typeface="Archivo"/>
              </a:rPr>
              <a:t>NOW BOOKING SPRING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