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12875865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855005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14834146"/>
            <a:ext cx="8763000" cy="9525"/>
          </a:xfrm>
          <a:prstGeom prst="rect">
            <a:avLst/>
          </a:prstGeom>
          <a:solidFill>
            <a:srgbClr val="3E3B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5955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2192000"/>
            <a:ext cx="960120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12192000"/>
            <a:ext cx="8410575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Custom millwork in white oak and brass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13171140"/>
            <a:ext cx="960120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400" y="13171140"/>
            <a:ext cx="7852172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Limewashed walls, original 1910 trim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14150280"/>
            <a:ext cx="960120" cy="39811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10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400" y="14150280"/>
            <a:ext cx="8921115" cy="3238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250" i="0" b="0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A reading nook in bouclé and vintage kilim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3500" y="16097250"/>
            <a:ext cx="3903821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172">
                <a:solidFill>
                  <a:srgbClr val="FAF6F0"/>
                </a:solidFill>
                <a:latin typeface="Archivo"/>
                <a:ea typeface="Archivo"/>
                <a:cs typeface="Archivo"/>
              </a:rPr>
              <a:t>SEE ALL PHOTOS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3799" y="17192625"/>
            <a:ext cx="663940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BBB8B2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  <p:pic>
        <p:nvPicPr>
          <p:cNvPr id="20" name="Picture 19" descr="atelier-s07-listing-highlight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1239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