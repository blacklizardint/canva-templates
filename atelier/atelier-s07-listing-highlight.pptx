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2727186"/>
            <a:ext cx="8763000" cy="9525"/>
          </a:xfrm>
          <a:prstGeom prst="rect">
            <a:avLst/>
          </a:prstGeom>
          <a:solidFill>
            <a:srgbClr val="3E3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3271897"/>
            <a:ext cx="8763000" cy="9525"/>
          </a:xfrm>
          <a:prstGeom prst="rect">
            <a:avLst/>
          </a:prstGeom>
          <a:solidFill>
            <a:srgbClr val="3E3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3816608"/>
            <a:ext cx="8763000" cy="9525"/>
          </a:xfrm>
          <a:prstGeom prst="rect">
            <a:avLst/>
          </a:prstGeom>
          <a:solidFill>
            <a:srgbClr val="3E3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15735300"/>
            <a:ext cx="8763000" cy="9525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5735300"/>
            <a:ext cx="9525" cy="647700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15475" y="15735300"/>
            <a:ext cx="9525" cy="647700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416" y="16012004"/>
            <a:ext cx="94293" cy="9429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12344400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344400"/>
            <a:ext cx="5198745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Custom millwork in white oak and brass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2889111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2889111"/>
            <a:ext cx="4863703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Limewashed walls, original 1910 trim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3433822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3433822"/>
            <a:ext cx="5504974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A reading nook in bouclé and vintage kilim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50" y="15978188"/>
            <a:ext cx="2742486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 spc="13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SEE ALL PHOTOS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5900" y="15954375"/>
            <a:ext cx="6096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1585" y="17297400"/>
            <a:ext cx="468368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65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@STUDIOMAEVE  ◆  STUDIOMAEVE.COM</a:t>
            </a:r>
          </a:p>
        </p:txBody>
      </p:sp>
      <p:pic>
        <p:nvPicPr>
          <p:cNvPr id="20" name="Picture 19" descr="atelier-s07-listing-highlight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1525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