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2727186"/>
            <a:ext cx="8763000" cy="9525"/>
          </a:xfrm>
          <a:prstGeom prst="rect">
            <a:avLst/>
          </a:prstGeom>
          <a:solidFill>
            <a:srgbClr val="3E3B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271897"/>
            <a:ext cx="8763000" cy="9525"/>
          </a:xfrm>
          <a:prstGeom prst="rect">
            <a:avLst/>
          </a:prstGeom>
          <a:solidFill>
            <a:srgbClr val="3E3B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3816608"/>
            <a:ext cx="8763000" cy="9525"/>
          </a:xfrm>
          <a:prstGeom prst="rect">
            <a:avLst/>
          </a:prstGeom>
          <a:solidFill>
            <a:srgbClr val="3E3B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12344400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2344400"/>
            <a:ext cx="5198745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Custom millwork in white oak and brass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2889111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2889111"/>
            <a:ext cx="4863703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Limewashed walls, original 1910 trim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13433822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13433822"/>
            <a:ext cx="5504974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A reading nook in bouclé and vintage kilim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8250" y="15978188"/>
            <a:ext cx="2742486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13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SEE ALL PHOTOS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1585" y="17297400"/>
            <a:ext cx="468368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6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  <p:pic>
        <p:nvPicPr>
          <p:cNvPr id="20" name="Picture 19" descr="atelier-s07-listing-highlight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525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