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2896850"/>
            <a:ext cx="8763000" cy="9525"/>
          </a:xfrm>
          <a:prstGeom prst="rect">
            <a:avLst/>
          </a:prstGeom>
          <a:solidFill>
            <a:srgbClr val="3E3B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896975"/>
            <a:ext cx="8763000" cy="9525"/>
          </a:xfrm>
          <a:prstGeom prst="rect">
            <a:avLst/>
          </a:prstGeom>
          <a:solidFill>
            <a:srgbClr val="3E3B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4897100"/>
            <a:ext cx="8763000" cy="9525"/>
          </a:xfrm>
          <a:prstGeom prst="rect">
            <a:avLst/>
          </a:prstGeom>
          <a:solidFill>
            <a:srgbClr val="3E3B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157829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66592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15475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7621" y="16165220"/>
            <a:ext cx="121233" cy="121234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12192000"/>
            <a:ext cx="99060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4450" y="12192000"/>
            <a:ext cx="9748599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Custom millwork in white oak and brass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3192125"/>
            <a:ext cx="99060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4450" y="13192125"/>
            <a:ext cx="9097328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Limewashed walls, original 1910 trim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14192250"/>
            <a:ext cx="99060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3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4450" y="14192250"/>
            <a:ext cx="10344388" cy="3810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A reading nook in bouclé and vintage kilim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3500" y="16078200"/>
            <a:ext cx="4401264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162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SEE ALL PHOTOS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2075" y="16078200"/>
            <a:ext cx="71628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9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9690" y="17164050"/>
            <a:ext cx="762762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56">
                <a:solidFill>
                  <a:srgbClr val="BBB8B2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  <p:pic>
        <p:nvPicPr>
          <p:cNvPr id="20" name="Picture 19" descr="atelier-s07-listing-highlight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239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