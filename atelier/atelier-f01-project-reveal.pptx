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968" y="5823043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968" y="6318343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968" y="6813643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9704" y="814388"/>
            <a:ext cx="241387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01 · PROJECT REVEAL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228975"/>
            <a:ext cx="819769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PROJECT REVEAL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533775"/>
            <a:ext cx="4885432" cy="1028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0000"/>
              </a:lnSpc>
            </a:pPr>
            <a:r>
              <a:rPr sz="45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714875"/>
            <a:ext cx="819769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48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PORTLAND, OREGON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4991100"/>
            <a:ext cx="8197691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1" spc="-6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FULL-HOME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" y="5781675"/>
            <a:ext cx="2390775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5 Rooms · 2,400 SF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300" y="5972175"/>
            <a:ext cx="2390775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28D"/>
                </a:solidFill>
                <a:latin typeface="Archivo"/>
                <a:ea typeface="Archivo"/>
                <a:cs typeface="Archivo"/>
              </a:rPr>
              <a:t>Full-home design &amp; styling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300" y="6276975"/>
            <a:ext cx="270343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Custom Millwork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" y="6467475"/>
            <a:ext cx="2703433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28D"/>
                </a:solidFill>
                <a:latin typeface="Archivo"/>
                <a:ea typeface="Archivo"/>
                <a:cs typeface="Archivo"/>
              </a:rPr>
              <a:t>White oak · unlacquered brass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" y="6772275"/>
            <a:ext cx="2431256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1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Reading Nook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300" y="6962775"/>
            <a:ext cx="2431256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">
                <a:solidFill>
                  <a:srgbClr val="95928D"/>
                </a:solidFill>
                <a:latin typeface="Archivo"/>
                <a:ea typeface="Archivo"/>
                <a:cs typeface="Archivo"/>
              </a:rPr>
              <a:t>Bouclé · vintage kilim · oak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028" y="9515475"/>
            <a:ext cx="345495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DM TO START YOUR PROJECT</a:t>
            </a:r>
          </a:p>
        </p:txBody>
      </p:sp>
      <p:pic>
        <p:nvPicPr>
          <p:cNvPr id="29" name="Picture 28" descr="atelier-f01-project-reveal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382" y="1733550"/>
            <a:ext cx="3610868" cy="7029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