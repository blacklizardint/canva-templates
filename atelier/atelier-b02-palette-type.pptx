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162050"/>
            <a:ext cx="9906000" cy="19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958977"/>
            <a:ext cx="1524000" cy="12382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400" y="3958977"/>
            <a:ext cx="1524000" cy="123825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400" y="3958977"/>
            <a:ext cx="1524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38400" y="5187702"/>
            <a:ext cx="1524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8400" y="3958977"/>
            <a:ext cx="9525" cy="1238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52875" y="3958977"/>
            <a:ext cx="9525" cy="1238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3958977"/>
            <a:ext cx="1524000" cy="12382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91200" y="3958977"/>
            <a:ext cx="1524000" cy="12382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91200" y="3958977"/>
            <a:ext cx="1524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91200" y="5187702"/>
            <a:ext cx="1524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91200" y="3958977"/>
            <a:ext cx="9525" cy="1238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05675" y="3958977"/>
            <a:ext cx="9525" cy="1238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67600" y="3958977"/>
            <a:ext cx="1524000" cy="1238250"/>
          </a:xfrm>
          <a:prstGeom prst="rect">
            <a:avLst/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3958977"/>
            <a:ext cx="1524000" cy="1238250"/>
          </a:xfrm>
          <a:prstGeom prst="rect">
            <a:avLst/>
          </a:prstGeom>
          <a:solidFill>
            <a:srgbClr val="8A7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6549777"/>
            <a:ext cx="3200400" cy="1781175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000" y="6549777"/>
            <a:ext cx="32004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8321427"/>
            <a:ext cx="32004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000" y="6549777"/>
            <a:ext cx="9525" cy="17811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52875" y="6549777"/>
            <a:ext cx="9525" cy="17811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6549777"/>
            <a:ext cx="3200400" cy="1781175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6549777"/>
            <a:ext cx="32004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8321427"/>
            <a:ext cx="32004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6549777"/>
            <a:ext cx="9525" cy="17811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5675" y="6549777"/>
            <a:ext cx="9525" cy="17811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67600" y="6549777"/>
            <a:ext cx="3200400" cy="1781175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67600" y="6549777"/>
            <a:ext cx="32004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67600" y="8321427"/>
            <a:ext cx="32004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7600" y="6549777"/>
            <a:ext cx="9525" cy="17811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58475" y="6549777"/>
            <a:ext cx="9525" cy="178117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762000"/>
            <a:ext cx="2847499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i="0" b="1" spc="6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8040" y="795338"/>
            <a:ext cx="215693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02 / 03 —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1562100"/>
            <a:ext cx="16230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THE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1847850"/>
            <a:ext cx="16230600" cy="73595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300" i="0" b="1" spc="-189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PALETTE &amp;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74305"/>
            <a:ext cx="8763000" cy="45124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12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A warm-ink anchor, one terracotta clay, and a stone ground. Archivo sets every architectural statement; Fraunces italic is the single warm note, reserved for the words that carry feeling. Space Mono keeps the specs honest.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3663702"/>
            <a:ext cx="1625203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15">
                <a:solidFill>
                  <a:srgbClr val="1A1714"/>
                </a:solidFill>
                <a:latin typeface="Space Mono"/>
                <a:ea typeface="Space Mono"/>
                <a:cs typeface="Space Mono"/>
              </a:rPr>
              <a:t>COLOR · 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8210" y="3663702"/>
            <a:ext cx="1500664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1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SIX TONES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5311527"/>
            <a:ext cx="28194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Warm Ink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549250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#1A1714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563537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Primary · headlines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8400" y="5311527"/>
            <a:ext cx="28194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Warm White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38400" y="549250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#FDFBF7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38400" y="563537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Cards · panels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311527"/>
            <a:ext cx="28194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Clay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49250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#BC5B36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63537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Accent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91200" y="5311527"/>
            <a:ext cx="28194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91200" y="549250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#FAF6F0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91200" y="563537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Light background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67600" y="5311527"/>
            <a:ext cx="28194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Raised Ink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7600" y="549250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#2A2622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67600" y="563537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Body on light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311527"/>
            <a:ext cx="28194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Taupe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5492502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#8A7E6F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635377"/>
            <a:ext cx="28194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Secondary · meta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000" y="6254502"/>
            <a:ext cx="224718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15">
                <a:solidFill>
                  <a:srgbClr val="1A1714"/>
                </a:solidFill>
                <a:latin typeface="Space Mono"/>
                <a:ea typeface="Space Mono"/>
                <a:cs typeface="Space Mono"/>
              </a:rPr>
              <a:t>TYPOGRAPHY · 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24156" y="6254502"/>
            <a:ext cx="349115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1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THREE VOICES · CANVA-FREE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7275" y="6845052"/>
            <a:ext cx="4556760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000" i="0" b="1" spc="-18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AA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7275" y="7759452"/>
            <a:ext cx="45567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90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ARCHIVO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7275" y="7902327"/>
            <a:ext cx="455676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Display · Labels · Body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10075" y="6845052"/>
            <a:ext cx="4556760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0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Aa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10075" y="7759452"/>
            <a:ext cx="45567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90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FRAUNCES ITALIC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0075" y="7902327"/>
            <a:ext cx="455676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Accent words only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62875" y="6845052"/>
            <a:ext cx="4556760" cy="67047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4800" i="0" b="0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62875" y="7744123"/>
            <a:ext cx="45567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90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SPACE MONO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62875" y="7886998"/>
            <a:ext cx="455676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Meta · Specs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