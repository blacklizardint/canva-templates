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2096750"/>
            <a:ext cx="144018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JUST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2363450"/>
            <a:ext cx="14401800" cy="63088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540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The Hawthorne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3146732"/>
            <a:ext cx="144018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PORTLAND · 5 ROOMS · 2,400 SF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3422957"/>
            <a:ext cx="14401800" cy="52566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4500" i="0" b="1" spc="-13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FULL-HOME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50" y="15978188"/>
            <a:ext cx="3514487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13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SEE THE FULL REVEAL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1585" y="17297400"/>
            <a:ext cx="468368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65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@STUDIOMAEVE  ◆  STUDIOMAEVE.COM</a:t>
            </a:r>
          </a:p>
        </p:txBody>
      </p:sp>
      <p:pic>
        <p:nvPicPr>
          <p:cNvPr id="15" name="Picture 14" descr="atelier-s01-project-revea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1525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