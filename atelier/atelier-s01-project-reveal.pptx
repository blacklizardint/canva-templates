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209675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JUST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363450"/>
            <a:ext cx="14401800" cy="7905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54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The Hawthorne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3306425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PORTLAND · 5 ROOMS · 2,400 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3582650"/>
            <a:ext cx="14401800" cy="5256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4500" i="0" b="1" spc="-13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FULL-HOME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8250" y="15978188"/>
            <a:ext cx="3514487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SEE THE FULL REVEAL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  <p:pic>
        <p:nvPicPr>
          <p:cNvPr id="15" name="Picture 14" descr="atelier-s01-project-reveal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525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