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1906250"/>
            <a:ext cx="14401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49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JUST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2325350"/>
            <a:ext cx="14401800" cy="7710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6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The Hawthorne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3305979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199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PORTLAND · 5 ROOMS · 2,400 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3744129"/>
            <a:ext cx="14401800" cy="64844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550" i="0" b="1" spc="-16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FULL-HOME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16078200"/>
            <a:ext cx="5708571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162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SEE THE FULL REVEAL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9690" y="17164050"/>
            <a:ext cx="762762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56">
                <a:solidFill>
                  <a:srgbClr val="BBB8B2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  <p:pic>
        <p:nvPicPr>
          <p:cNvPr id="15" name="Picture 14" descr="atelier-s01-project-reveal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239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