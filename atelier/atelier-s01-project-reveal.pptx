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57829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66592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15475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7621" y="16165220"/>
            <a:ext cx="121233" cy="121234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1906250"/>
            <a:ext cx="14401800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75" i="0" b="1" spc="472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JUST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2306300"/>
            <a:ext cx="14401800" cy="7710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6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The Hawthorne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3286929"/>
            <a:ext cx="144018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75" i="0" b="0" spc="204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PORTLAND · 5 ROOMS · 2,400 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3706029"/>
            <a:ext cx="14401800" cy="64844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550" i="0" b="1" spc="-16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FULL-HOME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16097250"/>
            <a:ext cx="5052536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172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SEE THE FULL REVEAL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82075" y="16078200"/>
            <a:ext cx="71628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9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3799" y="17192625"/>
            <a:ext cx="6639401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240">
                <a:solidFill>
                  <a:srgbClr val="BBB8B2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  <p:pic>
        <p:nvPicPr>
          <p:cNvPr id="15" name="Picture 14" descr="atelier-s01-project-reveal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239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