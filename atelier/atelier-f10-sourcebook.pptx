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5698331"/>
            <a:ext cx="5310188" cy="9525"/>
          </a:xfrm>
          <a:prstGeom prst="rect">
            <a:avLst/>
          </a:prstGeom>
          <a:solidFill>
            <a:srgbClr val="3E3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6426994"/>
            <a:ext cx="5310188" cy="9525"/>
          </a:xfrm>
          <a:prstGeom prst="rect">
            <a:avLst/>
          </a:prstGeom>
          <a:solidFill>
            <a:srgbClr val="3E3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7155656"/>
            <a:ext cx="5310188" cy="9525"/>
          </a:xfrm>
          <a:prstGeom prst="rect">
            <a:avLst/>
          </a:prstGeom>
          <a:solidFill>
            <a:srgbClr val="3E3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A09D98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7148" y="814388"/>
            <a:ext cx="198596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10 · SOURCEBOOK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331369"/>
            <a:ext cx="88773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THE SOURCEBOOK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598069"/>
            <a:ext cx="8877300" cy="857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58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Hawthorne.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588669"/>
            <a:ext cx="88773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PORTLAND · 97214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5131594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5131594"/>
            <a:ext cx="6501051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Vintage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5360194"/>
            <a:ext cx="6501051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B7B3AE"/>
                </a:solidFill>
                <a:latin typeface="Archivo"/>
                <a:ea typeface="Archivo"/>
                <a:cs typeface="Archivo"/>
              </a:rPr>
              <a:t>Hawthorne Vintage, Junk, and the Sunday flea for one-of-a-kind finds.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860256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5860256"/>
            <a:ext cx="6240542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Textiles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6088856"/>
            <a:ext cx="6240542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B7B3AE"/>
                </a:solidFill>
                <a:latin typeface="Archivo"/>
                <a:ea typeface="Archivo"/>
                <a:cs typeface="Archivo"/>
              </a:rPr>
              <a:t>Bolt &amp; Spool and Lupine for linen, bouclé, and hand-blocked prints.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6588919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" y="6588919"/>
            <a:ext cx="6250781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Lighting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" y="6817519"/>
            <a:ext cx="6250781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B7B3AE"/>
                </a:solidFill>
                <a:latin typeface="Archivo"/>
                <a:ea typeface="Archivo"/>
                <a:cs typeface="Archivo"/>
              </a:rPr>
              <a:t>Cedar &amp; Moss and Schoolhouse, both a short walk from the studio.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C2BEB9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1095" y="9515475"/>
            <a:ext cx="252364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SHOP OUR SOURCES</a:t>
            </a:r>
          </a:p>
        </p:txBody>
      </p:sp>
      <p:pic>
        <p:nvPicPr>
          <p:cNvPr id="31" name="Picture 30" descr="atelier-f10-sourcebook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38" y="1733550"/>
            <a:ext cx="3186112" cy="7029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