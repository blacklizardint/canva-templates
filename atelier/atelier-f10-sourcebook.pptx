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76350"/>
            <a:ext cx="89535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4000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57275"/>
            <a:ext cx="4000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4000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7275" y="666750"/>
            <a:ext cx="9525" cy="4000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6750" y="5611416"/>
            <a:ext cx="5310188" cy="9525"/>
          </a:xfrm>
          <a:prstGeom prst="rect">
            <a:avLst/>
          </a:prstGeom>
          <a:solidFill>
            <a:srgbClr val="3E3B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6340078"/>
            <a:ext cx="5310188" cy="9525"/>
          </a:xfrm>
          <a:prstGeom prst="rect">
            <a:avLst/>
          </a:prstGeom>
          <a:solidFill>
            <a:srgbClr val="3E3B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6750" y="7068741"/>
            <a:ext cx="5310188" cy="9525"/>
          </a:xfrm>
          <a:prstGeom prst="rect">
            <a:avLst/>
          </a:prstGeom>
          <a:solidFill>
            <a:srgbClr val="3E3B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3814" y="795338"/>
            <a:ext cx="74223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0150" y="723900"/>
            <a:ext cx="2764869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STUDIO MAEVE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0150" y="923925"/>
            <a:ext cx="276486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08">
                <a:solidFill>
                  <a:srgbClr val="A09D98"/>
                </a:solidFill>
                <a:latin typeface="Space Mono"/>
                <a:ea typeface="Space Mono"/>
                <a:cs typeface="Space Mono"/>
              </a:rPr>
              <a:t>INTERIOR DESIGN &amp; STYLING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7148" y="814388"/>
            <a:ext cx="1985962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10 · SOURCEBOOK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3418284"/>
            <a:ext cx="88773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THE SOURCEBOOK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684984"/>
            <a:ext cx="8877300" cy="68341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58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Hawthorne.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" y="4501753"/>
            <a:ext cx="88773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PORTLAND · 97214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" y="5044678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" y="5044678"/>
            <a:ext cx="6501051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1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Vintage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" y="5273278"/>
            <a:ext cx="6501051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B7B3AE"/>
                </a:solidFill>
                <a:latin typeface="Archivo"/>
                <a:ea typeface="Archivo"/>
                <a:cs typeface="Archivo"/>
              </a:rPr>
              <a:t>Hawthorne Vintage, Junk, and the Sunday flea for one-of-a-kind finds.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" y="5773341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" y="5773341"/>
            <a:ext cx="6240542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1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Textiles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" y="6001941"/>
            <a:ext cx="6240542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B7B3AE"/>
                </a:solidFill>
                <a:latin typeface="Archivo"/>
                <a:ea typeface="Archivo"/>
                <a:cs typeface="Archivo"/>
              </a:rPr>
              <a:t>Bolt &amp; Spool and Lupine for linen, bouclé, and hand-blocked prints.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750" y="6502003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" y="6502003"/>
            <a:ext cx="6250781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1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Lighting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" y="6730603"/>
            <a:ext cx="6250781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B7B3AE"/>
                </a:solidFill>
                <a:latin typeface="Archivo"/>
                <a:ea typeface="Archivo"/>
                <a:cs typeface="Archivo"/>
              </a:rPr>
              <a:t>Cedar &amp; Moss and Schoolhouse, both a short walk from the studio.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675" y="9515475"/>
            <a:ext cx="3865245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20">
                <a:solidFill>
                  <a:srgbClr val="C2BEB9"/>
                </a:solidFill>
                <a:latin typeface="Space Mono"/>
                <a:ea typeface="Space Mono"/>
                <a:cs typeface="Space Mono"/>
              </a:rPr>
              <a:t>@STUDIOMAEVE · STUDIOMAEVE.COM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1095" y="9515475"/>
            <a:ext cx="252364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16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SHOP OUR SOURCES</a:t>
            </a:r>
          </a:p>
        </p:txBody>
      </p:sp>
      <p:pic>
        <p:nvPicPr>
          <p:cNvPr id="31" name="Picture 30" descr="atelier-f10-sourcebook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38" y="1733550"/>
            <a:ext cx="3186112" cy="70294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