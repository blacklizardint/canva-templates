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23018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68043" y="6000750"/>
            <a:ext cx="4462462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34150"/>
            <a:ext cx="2715339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08-services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4805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