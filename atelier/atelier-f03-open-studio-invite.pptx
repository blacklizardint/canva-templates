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886349"/>
            <a:ext cx="57150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0325" y="814388"/>
            <a:ext cx="209288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03 · OPEN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371576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YOU’RE INVITED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657326"/>
            <a:ext cx="14706600" cy="98137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400" i="0" b="1" spc="-252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OPEN STUDIO.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229249"/>
            <a:ext cx="432482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2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THE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448324"/>
            <a:ext cx="4324826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812 SE Hawthorne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886474"/>
            <a:ext cx="432482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48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PORTLAND, OREGON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141" y="4229249"/>
            <a:ext cx="3057763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2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THE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141" y="4448324"/>
            <a:ext cx="3057763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Sat · June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141" y="4886474"/>
            <a:ext cx="305776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63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1:00 — 4:00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C2BEB9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518" y="9515475"/>
            <a:ext cx="266057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RSVP VIA LINK IN BIO</a:t>
            </a:r>
          </a:p>
        </p:txBody>
      </p:sp>
      <p:pic>
        <p:nvPicPr>
          <p:cNvPr id="25" name="Picture 24" descr="atelier-f03-open-studio-invit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362724"/>
            <a:ext cx="8953500" cy="2762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