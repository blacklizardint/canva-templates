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918347"/>
            <a:ext cx="5715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0325" y="814388"/>
            <a:ext cx="20928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03 · OPEN STUDIO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403574"/>
            <a:ext cx="14706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YOU’RE INVITED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2689324"/>
            <a:ext cx="14706600" cy="98137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400" i="0" b="1" spc="-25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OPEN STUDIO.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4261247"/>
            <a:ext cx="432482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THE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4480322"/>
            <a:ext cx="4324826" cy="29780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5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812 SE Hawthorne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4854327"/>
            <a:ext cx="432482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48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PORTLAND, OREGON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141" y="4261247"/>
            <a:ext cx="3057763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82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THE 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141" y="4480322"/>
            <a:ext cx="3057763" cy="29780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5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Sat · June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141" y="4854327"/>
            <a:ext cx="305776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63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1:00 — 4:00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C2BEB9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5518" y="9515475"/>
            <a:ext cx="266057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RSVP VIA LINK IN BIO</a:t>
            </a:r>
          </a:p>
        </p:txBody>
      </p:sp>
      <p:pic>
        <p:nvPicPr>
          <p:cNvPr id="25" name="Picture 24" descr="atelier-f03-open-studio-invit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5330577"/>
            <a:ext cx="8953500" cy="2762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