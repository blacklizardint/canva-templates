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58084" y="6000750"/>
            <a:ext cx="4174331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4-contact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