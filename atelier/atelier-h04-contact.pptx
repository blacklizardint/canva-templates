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52784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58084" y="6030516"/>
            <a:ext cx="4174331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63916"/>
            <a:ext cx="2715339" cy="2452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4-contac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77816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