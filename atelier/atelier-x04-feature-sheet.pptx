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6192500" cy="20955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192500" cy="20955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1466850"/>
            <a:ext cx="14478000" cy="190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857250"/>
            <a:ext cx="40005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7250" y="1247775"/>
            <a:ext cx="40005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857250"/>
            <a:ext cx="9525" cy="4000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47775" y="857250"/>
            <a:ext cx="9525" cy="4000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09700" y="895350"/>
            <a:ext cx="9525" cy="323850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57250" y="10256788"/>
            <a:ext cx="7000875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7250" y="10990213"/>
            <a:ext cx="7000875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11723638"/>
            <a:ext cx="7000875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34375" y="10256788"/>
            <a:ext cx="7000875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34375" y="10990213"/>
            <a:ext cx="7000875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34375" y="11723638"/>
            <a:ext cx="7000875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19764375"/>
            <a:ext cx="14478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4314" y="985838"/>
            <a:ext cx="742236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125" i="0" b="1" spc="45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1625" y="962025"/>
            <a:ext cx="2847499" cy="190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500" i="0" b="1" spc="60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STUDIO MAEVE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197632" y="1000125"/>
            <a:ext cx="3801189" cy="1143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1" spc="28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PROJECT FEATURE SHEET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7250" y="1828800"/>
            <a:ext cx="23545800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82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JUST COMPLETED · PORTLAND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2066925"/>
            <a:ext cx="23545800" cy="1181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100" i="1" b="0">
                <a:solidFill>
                  <a:srgbClr val="1A1714"/>
                </a:solidFill>
                <a:latin typeface="Fraunces"/>
                <a:ea typeface="Fraunces"/>
                <a:cs typeface="Fraunces"/>
              </a:rPr>
              <a:t>The Hawthorne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250" y="3362325"/>
            <a:ext cx="7925038" cy="455563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3900" i="0" b="1" spc="-117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FULL-HOME DESIGN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8024" y="3600450"/>
            <a:ext cx="5031343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5 Rooms · 2,400 SF · 1910 Craftsman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7250" y="9685288"/>
            <a:ext cx="716280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9685288"/>
            <a:ext cx="5432822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00" i="0" b="1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The kitchen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8250" y="9932938"/>
            <a:ext cx="5432822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900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Custom white-oak millwork, unlacquered brass, honed marble.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250" y="10418713"/>
            <a:ext cx="716280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8250" y="10418713"/>
            <a:ext cx="5338286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00" i="0" b="1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Primary suite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8250" y="10666363"/>
            <a:ext cx="5338286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900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Limewashed walls, vintage rug, linen drapery, brass sconces.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7250" y="11152138"/>
            <a:ext cx="716280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8250" y="11152138"/>
            <a:ext cx="4861084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00" i="0" b="1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Sitting room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8250" y="11399788"/>
            <a:ext cx="4861084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900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Bouclé seating, walnut coffee table, a quiet gallery wall.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4375" y="9685288"/>
            <a:ext cx="716280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15375" y="9685288"/>
            <a:ext cx="5259943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00" i="0" b="1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Lighting plan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5375" y="9932938"/>
            <a:ext cx="5259943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900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Layered sconces, picture lights, and dimmers in every room.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4375" y="10418713"/>
            <a:ext cx="716280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15375" y="10418713"/>
            <a:ext cx="4525089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00" i="0" b="1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Sourcing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15375" y="10666363"/>
            <a:ext cx="4525089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900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Vintage finds mixed with a few investment anchors.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34375" y="11152138"/>
            <a:ext cx="716280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15375" y="11152138"/>
            <a:ext cx="5138261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00" i="0" b="1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The details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15375" y="11399788"/>
            <a:ext cx="5138261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900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Hand-thrown ceramics, art, and styling, down to the books.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7250" y="19964400"/>
            <a:ext cx="2734866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STUDIO MAEVE · VOL. 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57857" y="19964400"/>
            <a:ext cx="4344829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>
                <a:solidFill>
                  <a:srgbClr val="1A1714"/>
                </a:solidFill>
                <a:latin typeface="Space Mono"/>
                <a:ea typeface="Space Mono"/>
                <a:cs typeface="Space Mono"/>
              </a:rPr>
              <a:t>503 · 555 · 0142  ·  studiomaeve.com</a:t>
            </a:r>
          </a:p>
        </p:txBody>
      </p:sp>
      <p:pic>
        <p:nvPicPr>
          <p:cNvPr id="43" name="Picture 42" descr="atelier-x04-feature-sheet_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4198888"/>
            <a:ext cx="6090642" cy="4953000"/>
          </a:xfrm>
          <a:prstGeom prst="rect">
            <a:avLst/>
          </a:prstGeom>
        </p:spPr>
      </p:pic>
      <p:pic>
        <p:nvPicPr>
          <p:cNvPr id="44" name="Picture 43" descr="atelier-x04-feature-sheet_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1242" y="4198888"/>
            <a:ext cx="4060329" cy="2409825"/>
          </a:xfrm>
          <a:prstGeom prst="rect">
            <a:avLst/>
          </a:prstGeom>
        </p:spPr>
      </p:pic>
      <p:pic>
        <p:nvPicPr>
          <p:cNvPr id="45" name="Picture 44" descr="atelier-x04-feature-sheet_4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1242" y="6742063"/>
            <a:ext cx="4060329" cy="2409825"/>
          </a:xfrm>
          <a:prstGeom prst="rect">
            <a:avLst/>
          </a:prstGeom>
        </p:spPr>
      </p:pic>
      <p:pic>
        <p:nvPicPr>
          <p:cNvPr id="46" name="Picture 45" descr="atelier-x04-feature-sheet_4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4921" y="4198888"/>
            <a:ext cx="4060329" cy="2409825"/>
          </a:xfrm>
          <a:prstGeom prst="rect">
            <a:avLst/>
          </a:prstGeom>
        </p:spPr>
      </p:pic>
      <p:pic>
        <p:nvPicPr>
          <p:cNvPr id="47" name="Picture 46" descr="atelier-x04-feature-sheet_4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74921" y="6742063"/>
            <a:ext cx="4060329" cy="24098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