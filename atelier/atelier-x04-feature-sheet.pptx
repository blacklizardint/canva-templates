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466850"/>
            <a:ext cx="14478000" cy="19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8572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12477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8572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775" y="8572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09700" y="895350"/>
            <a:ext cx="9525" cy="3238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10022086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10755511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11488936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4375" y="10022086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4375" y="10755511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4375" y="11488936"/>
            <a:ext cx="7000875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19764375"/>
            <a:ext cx="144780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314" y="9858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962025"/>
            <a:ext cx="2847499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6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97632" y="1000125"/>
            <a:ext cx="380118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8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PROJECT FEATURE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1828800"/>
            <a:ext cx="23545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2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JUST COMPLETED · PORTLAND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2066925"/>
            <a:ext cx="23545800" cy="94639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1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The Hawthorne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127623"/>
            <a:ext cx="7925038" cy="45556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900" i="0" b="1" spc="-117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FULL-HOME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8024" y="3365748"/>
            <a:ext cx="5031343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5 Rooms · 2,400 SF · 1910 Craftsman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945058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9450586"/>
            <a:ext cx="543282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The kitchen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9698236"/>
            <a:ext cx="543282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Custom white-oak millwork, unlacquered brass, honed marble.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10184011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10184011"/>
            <a:ext cx="5338286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Primary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10431661"/>
            <a:ext cx="533828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Limewashed walls, vintage rug, linen drapery, brass sconces.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1091743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8250" y="10917436"/>
            <a:ext cx="4861084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Sitting room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11165086"/>
            <a:ext cx="486108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Bouclé seating, walnut coffee table, a quiet gallery wall.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4375" y="945058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5375" y="9450586"/>
            <a:ext cx="5259943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Lighting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5375" y="9698236"/>
            <a:ext cx="5259943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Layered sconces, picture lights, and dimmers in every room.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4375" y="10184011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5375" y="10184011"/>
            <a:ext cx="4525089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Sourcing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5375" y="10431661"/>
            <a:ext cx="452508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Vintage finds mixed with a few investment anchors.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4375" y="10917436"/>
            <a:ext cx="716280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5375" y="10917436"/>
            <a:ext cx="5138261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The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5375" y="11165086"/>
            <a:ext cx="513826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7E6F"/>
                </a:solidFill>
                <a:latin typeface="Archivo"/>
                <a:ea typeface="Archivo"/>
                <a:cs typeface="Archivo"/>
              </a:rPr>
              <a:t>Hand-thrown ceramics, art, and styling, down to the books.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19964400"/>
            <a:ext cx="273486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STUDIO MAEVE · VOL.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57857" y="19964400"/>
            <a:ext cx="434482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1A1714"/>
                </a:solidFill>
                <a:latin typeface="Space Mono"/>
                <a:ea typeface="Space Mono"/>
                <a:cs typeface="Space Mono"/>
              </a:rPr>
              <a:t>503 · 555 · 0142  ·  studiomaeve.com</a:t>
            </a:r>
          </a:p>
        </p:txBody>
      </p:sp>
      <p:pic>
        <p:nvPicPr>
          <p:cNvPr id="43" name="Picture 42" descr="atelier-x04-feature-sheet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964186"/>
            <a:ext cx="6090642" cy="4953000"/>
          </a:xfrm>
          <a:prstGeom prst="rect">
            <a:avLst/>
          </a:prstGeom>
        </p:spPr>
      </p:pic>
      <p:pic>
        <p:nvPicPr>
          <p:cNvPr id="44" name="Picture 43" descr="atelier-x04-feature-sheet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42" y="3964186"/>
            <a:ext cx="4060329" cy="2409825"/>
          </a:xfrm>
          <a:prstGeom prst="rect">
            <a:avLst/>
          </a:prstGeom>
        </p:spPr>
      </p:pic>
      <p:pic>
        <p:nvPicPr>
          <p:cNvPr id="45" name="Picture 44" descr="atelier-x04-feature-sheet_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242" y="6507361"/>
            <a:ext cx="4060329" cy="2409825"/>
          </a:xfrm>
          <a:prstGeom prst="rect">
            <a:avLst/>
          </a:prstGeom>
        </p:spPr>
      </p:pic>
      <p:pic>
        <p:nvPicPr>
          <p:cNvPr id="46" name="Picture 45" descr="atelier-x04-feature-sheet_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921" y="3964186"/>
            <a:ext cx="4060329" cy="2409825"/>
          </a:xfrm>
          <a:prstGeom prst="rect">
            <a:avLst/>
          </a:prstGeom>
        </p:spPr>
      </p:pic>
      <p:pic>
        <p:nvPicPr>
          <p:cNvPr id="47" name="Picture 46" descr="atelier-x04-feature-sheet_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921" y="6507361"/>
            <a:ext cx="4060329" cy="2409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