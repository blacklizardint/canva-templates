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621000" cy="5943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621000" cy="59436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6750" y="666750"/>
            <a:ext cx="400050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66750" y="1057275"/>
            <a:ext cx="400050" cy="9525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6750" y="666750"/>
            <a:ext cx="9525" cy="400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7275" y="666750"/>
            <a:ext cx="9525" cy="400050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8250" y="676275"/>
            <a:ext cx="9525" cy="381000"/>
          </a:xfrm>
          <a:prstGeom prst="rect">
            <a:avLst/>
          </a:prstGeom>
          <a:solidFill>
            <a:srgbClr val="524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3814" y="795338"/>
            <a:ext cx="742236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125" i="0" b="1" spc="45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9225" y="694879"/>
            <a:ext cx="2381964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B7B3AE"/>
                </a:solidFill>
                <a:latin typeface="Space Mono"/>
                <a:ea typeface="Space Mono"/>
                <a:cs typeface="Space Mono"/>
              </a:rPr>
              <a:t>THE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9225" y="828229"/>
            <a:ext cx="2381964" cy="21029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18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" y="2599283"/>
            <a:ext cx="13271421" cy="1143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825" i="0" b="1" spc="28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PORTLAND · STUDIO · INTERIORS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750" y="2827883"/>
            <a:ext cx="13271421" cy="63088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5400" i="1" b="0">
                <a:solidFill>
                  <a:srgbClr val="FAF6F0"/>
                </a:solidFill>
                <a:latin typeface="Fraunces"/>
                <a:ea typeface="Fraunces"/>
                <a:cs typeface="Fraunces"/>
              </a:rPr>
              <a:t>Rooms that feel like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750" y="4991100"/>
            <a:ext cx="1834991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PHONE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750" y="5133975"/>
            <a:ext cx="1834991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503 · 555 · 0142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1745" y="4991100"/>
            <a:ext cx="2553414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EMAIL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1745" y="5133975"/>
            <a:ext cx="2553414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hello@studiomaeve.com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5754" y="4991100"/>
            <a:ext cx="1933813" cy="952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75" i="0" b="0" spc="67">
                <a:solidFill>
                  <a:srgbClr val="BC5B36"/>
                </a:solidFill>
                <a:latin typeface="Space Mono"/>
                <a:ea typeface="Space Mono"/>
                <a:cs typeface="Space Mono"/>
              </a:rPr>
              <a:t>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5754" y="5133975"/>
            <a:ext cx="1933813" cy="142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975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studiomaeve.com</a:t>
            </a:r>
          </a:p>
        </p:txBody>
      </p:sp>
      <p:pic>
        <p:nvPicPr>
          <p:cNvPr id="19" name="Picture 18" descr="atelier-x01-facebook-cover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9513" y="666750"/>
            <a:ext cx="5754737" cy="4610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