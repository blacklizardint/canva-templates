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621000" cy="594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621000" cy="59436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666750"/>
            <a:ext cx="400050" cy="952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1057275"/>
            <a:ext cx="400050" cy="952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666750"/>
            <a:ext cx="9525" cy="40005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7275" y="666750"/>
            <a:ext cx="9525" cy="40005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8250" y="676275"/>
            <a:ext cx="9525" cy="381000"/>
          </a:xfrm>
          <a:prstGeom prst="rect">
            <a:avLst/>
          </a:prstGeom>
          <a:solidFill>
            <a:srgbClr val="52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3814" y="7953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9225" y="671512"/>
            <a:ext cx="2381964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67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THE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9225" y="804862"/>
            <a:ext cx="2381964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Studio Maeve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2519362"/>
            <a:ext cx="13271421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8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PORTLAND · STUDIO · INTERIORS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2747962"/>
            <a:ext cx="13271421" cy="7905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540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Rooms that feel like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4991100"/>
            <a:ext cx="1834991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67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5133975"/>
            <a:ext cx="1834991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503 · 555 · 0142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1745" y="4991100"/>
            <a:ext cx="2553414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67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1745" y="5133975"/>
            <a:ext cx="2553414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hello@studiomaeve.com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5754" y="4991100"/>
            <a:ext cx="1933813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67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5754" y="5133975"/>
            <a:ext cx="1933813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studiomaeve.com</a:t>
            </a:r>
          </a:p>
        </p:txBody>
      </p:sp>
      <p:pic>
        <p:nvPicPr>
          <p:cNvPr id="19" name="Picture 18" descr="atelier-x01-facebook-cover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513" y="666750"/>
            <a:ext cx="5754737" cy="461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