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6725" y="6030516"/>
            <a:ext cx="315468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6-abou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