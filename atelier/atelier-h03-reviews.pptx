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9705975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05975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9618" y="5623018"/>
            <a:ext cx="107763" cy="10776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92612" y="6000750"/>
            <a:ext cx="4063603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81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3945" y="6534150"/>
            <a:ext cx="2715339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1" b="0">
                <a:solidFill>
                  <a:srgbClr val="8A7E6F"/>
                </a:solidFill>
                <a:latin typeface="Fraunces"/>
                <a:ea typeface="Fraunces"/>
                <a:cs typeface="Fraunces"/>
              </a:rPr>
              <a:t>Studio Maeve</a:t>
            </a:r>
          </a:p>
        </p:txBody>
      </p:sp>
      <p:pic>
        <p:nvPicPr>
          <p:cNvPr id="10" name="Picture 9" descr="atelier-h03-reviews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4805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