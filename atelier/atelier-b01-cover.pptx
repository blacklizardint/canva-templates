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371600"/>
            <a:ext cx="9906000" cy="19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76200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15252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76200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525" y="76200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86039" y="5393531"/>
            <a:ext cx="6881961" cy="19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3201650"/>
            <a:ext cx="9906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064" y="89058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881062"/>
            <a:ext cx="2477452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75" i="0" b="1" spc="5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9978" y="900112"/>
            <a:ext cx="248983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VOL. 01 — THE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809750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27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INTERIOR DESIGN &amp; STYLING — PORTLAND, 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171700"/>
            <a:ext cx="16230600" cy="129420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86000"/>
              </a:lnSpc>
            </a:pPr>
            <a:r>
              <a:rPr sz="11850" i="0" b="1" spc="-35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465909"/>
            <a:ext cx="16230600" cy="129420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86000"/>
              </a:lnSpc>
            </a:pPr>
            <a:r>
              <a:rPr sz="11850" i="0" b="1" spc="-35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ATELIER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760119"/>
            <a:ext cx="4762262" cy="1285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112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Edit.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560344"/>
            <a:ext cx="4953000" cy="81260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350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Forty templates. One considered system. Everything an interior studio needs to look as composed online as the rooms it makes — social, print, and inbox, done for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8893" y="6560344"/>
            <a:ext cx="6189107" cy="71973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210000"/>
              </a:lnSpc>
            </a:pPr>
            <a:r>
              <a:rPr sz="900" i="0" b="0" spc="72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40 TEMPLATES</a:t>
            </a:r>
          </a:p>
          <a:p>
            <a:pPr algn="r">
              <a:lnSpc>
                <a:spcPct val="210000"/>
              </a:lnSpc>
            </a:pPr>
            <a:r>
              <a:rPr sz="900" i="0" b="0" spc="72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5 SECTIONS</a:t>
            </a:r>
          </a:p>
          <a:p>
            <a:pPr algn="r">
              <a:lnSpc>
                <a:spcPct val="210000"/>
              </a:lnSpc>
            </a:pPr>
            <a:r>
              <a:rPr sz="900" i="0" b="0" spc="72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VOL.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3401675"/>
            <a:ext cx="3821668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BRAND &amp; MARKETING KIT · VOL.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7394" y="13401675"/>
            <a:ext cx="204597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STUDIOMAEVE.COM</a:t>
            </a:r>
          </a:p>
        </p:txBody>
      </p:sp>
      <p:pic>
        <p:nvPicPr>
          <p:cNvPr id="21" name="Picture 20" descr="atelier-b01-cover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68245"/>
            <a:ext cx="3980259" cy="3429000"/>
          </a:xfrm>
          <a:prstGeom prst="rect">
            <a:avLst/>
          </a:prstGeom>
        </p:spPr>
      </p:pic>
      <p:pic>
        <p:nvPicPr>
          <p:cNvPr id="22" name="Picture 21" descr="atelier-b01-cover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59" y="7868245"/>
            <a:ext cx="2848570" cy="3429000"/>
          </a:xfrm>
          <a:prstGeom prst="rect">
            <a:avLst/>
          </a:prstGeom>
        </p:spPr>
      </p:pic>
      <p:pic>
        <p:nvPicPr>
          <p:cNvPr id="23" name="Picture 22" descr="atelier-b01-cover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430" y="7868245"/>
            <a:ext cx="284857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