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162050"/>
            <a:ext cx="9906000" cy="19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3060055"/>
            <a:ext cx="4857750" cy="276225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060055"/>
            <a:ext cx="48577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812780"/>
            <a:ext cx="48577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60055"/>
            <a:ext cx="9525" cy="2762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0225" y="3060055"/>
            <a:ext cx="9525" cy="2762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0850" y="406970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850" y="446023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0850" y="4069705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1375" y="4069705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0" y="3060055"/>
            <a:ext cx="4857750" cy="2762250"/>
          </a:xfrm>
          <a:prstGeom prst="rect">
            <a:avLst/>
          </a:prstGeom>
          <a:solidFill>
            <a:srgbClr val="FD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0" y="3060055"/>
            <a:ext cx="48577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0" y="5812780"/>
            <a:ext cx="48577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0" y="3060055"/>
            <a:ext cx="9525" cy="2762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8475" y="3060055"/>
            <a:ext cx="9525" cy="2762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37933" y="424115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37933" y="463168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37933" y="4241155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28458" y="4241155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6250930"/>
            <a:ext cx="4857750" cy="27622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33675" y="7174855"/>
            <a:ext cx="91440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33675" y="8079730"/>
            <a:ext cx="914400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33675" y="7174855"/>
            <a:ext cx="9525" cy="9144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38550" y="7174855"/>
            <a:ext cx="9525" cy="9144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10250" y="6250930"/>
            <a:ext cx="4857750" cy="27622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10250" y="6250930"/>
            <a:ext cx="48577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0250" y="9003655"/>
            <a:ext cx="485775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10250" y="6250930"/>
            <a:ext cx="9525" cy="2762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58475" y="6250930"/>
            <a:ext cx="9525" cy="2762250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762000"/>
            <a:ext cx="2847499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i="0" b="1" spc="6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7394" y="795338"/>
            <a:ext cx="204597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03 / 03 — MARKS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562100"/>
            <a:ext cx="16230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THE MARKS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1847850"/>
            <a:ext cx="16230600" cy="73595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300" i="0" b="1" spc="-189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LOGO LOCKUPS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7914" y="4198293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43001" y="4603105"/>
            <a:ext cx="309419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0" b="1" spc="66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5955655"/>
            <a:ext cx="252102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01 · Primary stacked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713" y="5955655"/>
            <a:ext cx="12370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On white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4998" y="4369743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0383" y="4326880"/>
            <a:ext cx="3340894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1" spc="72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0250" y="5955655"/>
            <a:ext cx="198596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02 · Horizontal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2963" y="5955655"/>
            <a:ext cx="12370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On white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34891" y="7470130"/>
            <a:ext cx="1199912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550" i="0" b="1" spc="102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000" y="9146530"/>
            <a:ext cx="252102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03 · Monogram on ink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8509" y="9146530"/>
            <a:ext cx="102298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On ink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5644" y="6260455"/>
            <a:ext cx="1939052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Studio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4676" y="6308080"/>
            <a:ext cx="2457450" cy="3504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3000" i="0" b="1" spc="-9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MAEVE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0250" y="9146530"/>
            <a:ext cx="230695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04 · Wordmark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32963" y="9146530"/>
            <a:ext cx="12370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On 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