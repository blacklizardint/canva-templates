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01250" cy="5715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81525" y="1781175"/>
            <a:ext cx="83820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81525" y="2609850"/>
            <a:ext cx="83820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81525" y="1781175"/>
            <a:ext cx="9525" cy="8382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10200" y="1781175"/>
            <a:ext cx="9525" cy="83820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14875" y="3486150"/>
            <a:ext cx="5715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4839" y="2047875"/>
            <a:ext cx="115157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2400" i="0" b="1" spc="96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1000" y="2838450"/>
            <a:ext cx="1939052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9999" y="2838450"/>
            <a:ext cx="245745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3000" i="0" b="1" spc="-9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MAEVE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7601" y="3714750"/>
            <a:ext cx="3385899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500" i="1" b="0">
                <a:solidFill>
                  <a:srgbClr val="C2BEB9"/>
                </a:solidFill>
                <a:latin typeface="Fraunces"/>
                <a:ea typeface="Fraunces"/>
                <a:cs typeface="Fraunces"/>
              </a:rPr>
              <a:t>Rooms that feel like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" y="5153025"/>
            <a:ext cx="216288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5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PORTLAND, 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23139" y="5153025"/>
            <a:ext cx="134397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EST. 2017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