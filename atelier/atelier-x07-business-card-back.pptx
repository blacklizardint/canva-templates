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12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01250" cy="5715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81525" y="1846957"/>
            <a:ext cx="83820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81525" y="2675632"/>
            <a:ext cx="83820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81525" y="1846957"/>
            <a:ext cx="9525" cy="8382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0200" y="1846957"/>
            <a:ext cx="9525" cy="8382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14875" y="3464272"/>
            <a:ext cx="57150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4839" y="2113657"/>
            <a:ext cx="115157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2400" i="0" b="1" spc="9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1000" y="2856607"/>
            <a:ext cx="1939052" cy="4286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30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999" y="2856607"/>
            <a:ext cx="2457450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3000" i="0" b="1" spc="-9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MAEVE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7601" y="3692872"/>
            <a:ext cx="3385899" cy="17517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1500" i="1" b="0">
                <a:solidFill>
                  <a:srgbClr val="C2BEB9"/>
                </a:solidFill>
                <a:latin typeface="Fraunces"/>
                <a:ea typeface="Fraunces"/>
                <a:cs typeface="Fraunces"/>
              </a:rPr>
              <a:t>Rooms that feel like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5153025"/>
            <a:ext cx="216288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5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PORTLAND, 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3139" y="5153025"/>
            <a:ext cx="134397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EST. 2017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