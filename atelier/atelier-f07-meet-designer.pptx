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6210598"/>
            <a:ext cx="509781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416" y="814388"/>
            <a:ext cx="145113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07 · ABOUT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800177"/>
            <a:ext cx="8537496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MEET THE DESIGNER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4066877"/>
            <a:ext cx="8537496" cy="7524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51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Maeve Sullivan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952702"/>
            <a:ext cx="853749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PRINCIPAL DESIGNER · STUDIO MAEVE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5286077"/>
            <a:ext cx="5097810" cy="676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8000"/>
              </a:lnSpc>
            </a:pPr>
            <a:r>
              <a:rPr sz="1125" i="0" b="0">
                <a:solidFill>
                  <a:srgbClr val="2A2622"/>
                </a:solidFill>
                <a:latin typeface="Archivo"/>
                <a:ea typeface="Archivo"/>
                <a:cs typeface="Archivo"/>
              </a:rPr>
              <a:t>I help busy households turn houses into calm, collected homes — layered, warm, and made to actually be lived in. Twelve years, a hundred-odd rooms, and one rule: design that looks like you, not like 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6391573"/>
            <a:ext cx="309967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0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PHONE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6553498"/>
            <a:ext cx="3099673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503 · 555 · 0142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65921" y="6391573"/>
            <a:ext cx="309991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0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65921" y="6553498"/>
            <a:ext cx="309991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hello@studiomaeve.com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5240" y="6391573"/>
            <a:ext cx="309991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0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WEB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5240" y="6553498"/>
            <a:ext cx="3099911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0" b="0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studiomaeve.com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2A2622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3083" y="9515475"/>
            <a:ext cx="221646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BOOK A CONSULT</a:t>
            </a:r>
          </a:p>
        </p:txBody>
      </p:sp>
      <p:pic>
        <p:nvPicPr>
          <p:cNvPr id="27" name="Picture 26" descr="atelier-f07-meet-designer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930" y="3438525"/>
            <a:ext cx="3048000" cy="3619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