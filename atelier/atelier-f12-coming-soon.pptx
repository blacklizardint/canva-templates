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1276350"/>
            <a:ext cx="8953500" cy="9525"/>
          </a:xfrm>
          <a:prstGeom prst="rect">
            <a:avLst/>
          </a:prstGeom>
          <a:solidFill>
            <a:srgbClr val="423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666750"/>
            <a:ext cx="400050" cy="9525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6750" y="1057275"/>
            <a:ext cx="400050" cy="9525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6750" y="666750"/>
            <a:ext cx="9525" cy="40005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7275" y="666750"/>
            <a:ext cx="9525" cy="40005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66750" y="8210550"/>
            <a:ext cx="8953500" cy="9525"/>
          </a:xfrm>
          <a:prstGeom prst="rect">
            <a:avLst/>
          </a:prstGeom>
          <a:solidFill>
            <a:srgbClr val="423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6750" y="9315450"/>
            <a:ext cx="8953500" cy="9525"/>
          </a:xfrm>
          <a:prstGeom prst="rect">
            <a:avLst/>
          </a:prstGeom>
          <a:solidFill>
            <a:srgbClr val="423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4914" y="9527452"/>
            <a:ext cx="80822" cy="80822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3814" y="795338"/>
            <a:ext cx="742236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125" i="0" b="1" spc="45">
                <a:solidFill>
                  <a:srgbClr val="FAF6F0"/>
                </a:solidFill>
                <a:latin typeface="Archivo"/>
                <a:ea typeface="Archivo"/>
                <a:cs typeface="Archivo"/>
              </a:rPr>
              <a:t>SM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0150" y="723900"/>
            <a:ext cx="2764869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125" i="0" b="1" spc="45">
                <a:solidFill>
                  <a:srgbClr val="FAF6F0"/>
                </a:solidFill>
                <a:latin typeface="Archivo"/>
                <a:ea typeface="Archivo"/>
                <a:cs typeface="Archivo"/>
              </a:rPr>
              <a:t>STUDIO MAEVE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0150" y="923925"/>
            <a:ext cx="2764869" cy="857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00" i="0" b="0" spc="108">
                <a:solidFill>
                  <a:srgbClr val="A09D98"/>
                </a:solidFill>
                <a:latin typeface="Space Mono"/>
                <a:ea typeface="Space Mono"/>
                <a:cs typeface="Space Mono"/>
              </a:rPr>
              <a:t>INTERIOR DESIGN &amp; STYLING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50325" y="814388"/>
            <a:ext cx="2092881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75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12 · COMING SOON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" y="3486299"/>
            <a:ext cx="14706600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900" i="0" b="1" spc="306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COMING SOON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6750" y="3695849"/>
            <a:ext cx="10961846" cy="1276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9000" i="0" b="1" spc="-270">
                <a:solidFill>
                  <a:srgbClr val="FAF6F0"/>
                </a:solidFill>
                <a:latin typeface="Archivo"/>
                <a:ea typeface="Archivo"/>
                <a:cs typeface="Archivo"/>
              </a:rPr>
              <a:t>SOMETHING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6750" y="4775895"/>
            <a:ext cx="5561171" cy="1266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6000"/>
              </a:lnSpc>
            </a:pPr>
            <a:r>
              <a:rPr sz="9000" i="1" b="0">
                <a:solidFill>
                  <a:srgbClr val="BC5B36"/>
                </a:solidFill>
                <a:latin typeface="Fraunces"/>
                <a:ea typeface="Fraunces"/>
                <a:cs typeface="Fraunces"/>
              </a:rPr>
              <a:t>special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750" y="5844480"/>
            <a:ext cx="13569315" cy="1276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92000"/>
              </a:lnSpc>
            </a:pPr>
            <a:r>
              <a:rPr sz="9000" i="0" b="1" spc="-270">
                <a:solidFill>
                  <a:srgbClr val="FAF6F0"/>
                </a:solidFill>
                <a:latin typeface="Archivo"/>
                <a:ea typeface="Archivo"/>
                <a:cs typeface="Archivo"/>
              </a:rPr>
              <a:t>IS ON THE WAY.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750" y="8429625"/>
            <a:ext cx="5156121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75">
                <a:solidFill>
                  <a:srgbClr val="BC5B36"/>
                </a:solidFill>
                <a:latin typeface="Space Mono"/>
                <a:ea typeface="Space Mono"/>
                <a:cs typeface="Space Mono"/>
              </a:rPr>
              <a:t>REVEALING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6750" y="8610600"/>
            <a:ext cx="5156121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50" i="1" b="0">
                <a:solidFill>
                  <a:srgbClr val="FAF6F0"/>
                </a:solidFill>
                <a:latin typeface="Fraunces"/>
                <a:ea typeface="Fraunces"/>
                <a:cs typeface="Fraunces"/>
              </a:rPr>
              <a:t>June 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1200" y="8429625"/>
            <a:ext cx="5156359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75">
                <a:solidFill>
                  <a:srgbClr val="BC5B36"/>
                </a:solidFill>
                <a:latin typeface="Space Mono"/>
                <a:ea typeface="Space Mono"/>
                <a:cs typeface="Space Mono"/>
              </a:rPr>
              <a:t>NEIGHBORHOOD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1200" y="8610600"/>
            <a:ext cx="5156359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50" i="1" b="0">
                <a:solidFill>
                  <a:srgbClr val="FAF6F0"/>
                </a:solidFill>
                <a:latin typeface="Fraunces"/>
                <a:ea typeface="Fraunces"/>
                <a:cs typeface="Fraunces"/>
              </a:rPr>
              <a:t>Hawthorne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5800" y="8429625"/>
            <a:ext cx="5156121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75">
                <a:solidFill>
                  <a:srgbClr val="BC5B36"/>
                </a:solidFill>
                <a:latin typeface="Space Mono"/>
                <a:ea typeface="Space Mono"/>
                <a:cs typeface="Space Mono"/>
              </a:rPr>
              <a:t>SCOPE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35800" y="8610600"/>
            <a:ext cx="5156121" cy="2476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1650" i="1" b="0">
                <a:solidFill>
                  <a:srgbClr val="FAF6F0"/>
                </a:solidFill>
                <a:latin typeface="Fraunces"/>
                <a:ea typeface="Fraunces"/>
                <a:cs typeface="Fraunces"/>
              </a:rPr>
              <a:t>Full home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8675" y="9515475"/>
            <a:ext cx="3865245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120">
                <a:solidFill>
                  <a:srgbClr val="C2BEB9"/>
                </a:solidFill>
                <a:latin typeface="Space Mono"/>
                <a:ea typeface="Space Mono"/>
                <a:cs typeface="Space Mono"/>
              </a:rPr>
              <a:t>@STUDIOMAEVE · STUDIOMAEVE.COM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87618" y="9515475"/>
            <a:ext cx="2833211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165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DM FOR EARLY ACCESS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