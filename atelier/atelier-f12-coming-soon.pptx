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8265468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0325" y="814388"/>
            <a:ext cx="20928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12 · COMING SOON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3509070"/>
            <a:ext cx="14706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COMING SOON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3718620"/>
            <a:ext cx="10961846" cy="1276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9000" i="0" b="1" spc="-27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SOMETHING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4770090"/>
            <a:ext cx="5561171" cy="1266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9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special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5821561"/>
            <a:ext cx="13569315" cy="1276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9000" i="0" b="1" spc="-27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IS ON THE WAY.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8484543"/>
            <a:ext cx="515612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REVEALING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8665518"/>
            <a:ext cx="5156121" cy="19273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6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June 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1200" y="8484543"/>
            <a:ext cx="51563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NEIGHBORHOOD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1200" y="8665518"/>
            <a:ext cx="5156359" cy="19273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6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Hawthorne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5800" y="8484543"/>
            <a:ext cx="515612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5800" y="8665518"/>
            <a:ext cx="5156121" cy="19273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6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Full home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C2BEB9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7618" y="9515475"/>
            <a:ext cx="283321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DM FOR EARLY ACCESS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