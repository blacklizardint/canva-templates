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525000" cy="1428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00" cy="142875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152525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525" y="76200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5461695"/>
            <a:ext cx="8001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6209407"/>
            <a:ext cx="8001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957120"/>
            <a:ext cx="8001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7704832"/>
            <a:ext cx="8001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8452545"/>
            <a:ext cx="8001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3007429"/>
            <a:ext cx="8001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064" y="89058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0620" y="904875"/>
            <a:ext cx="1888808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1" spc="28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PIN &amp; SAVE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1638300"/>
            <a:ext cx="13182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FOR FIRST-TIME CLIENTS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847850"/>
            <a:ext cx="6244352" cy="942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600" i="0" b="1" spc="-198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5 THINGS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2666554"/>
            <a:ext cx="6215062" cy="895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6300" i="0" b="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I tell every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428554"/>
            <a:ext cx="8947785" cy="923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6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first-time client.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4875907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75907"/>
            <a:ext cx="4529138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Start with how you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123557"/>
            <a:ext cx="4529138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Design for your real routines, not a magazine’s.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623620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623620"/>
            <a:ext cx="5013722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Measure everything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871270"/>
            <a:ext cx="5013722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The tape measure saves more than the return policy.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6371332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371332"/>
            <a:ext cx="5204936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Invest in the anchors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6618982"/>
            <a:ext cx="5204936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Sofa, bed, rug, lighting — spend here, save elsewhere.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7119045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119045"/>
            <a:ext cx="5204222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Watch the light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7366695"/>
            <a:ext cx="5204222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Live with a room a few days before you commit a color.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7866757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866757"/>
            <a:ext cx="5171122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Leave room to breathe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8114407"/>
            <a:ext cx="5171122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Empty space is a design choice. Don’t fill every corner.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13207454"/>
            <a:ext cx="2268379" cy="17517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15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Maeve Sullivan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13430250"/>
            <a:ext cx="2268379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67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STUDIO MAEVE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6881" y="13420725"/>
            <a:ext cx="213479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5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SAVE &amp; SHARE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