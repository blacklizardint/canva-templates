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25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42875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15252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525" y="76200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528816"/>
            <a:ext cx="8001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6276529"/>
            <a:ext cx="8001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7024241"/>
            <a:ext cx="8001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7771954"/>
            <a:ext cx="8001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8519666"/>
            <a:ext cx="8001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2963525"/>
            <a:ext cx="8001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064" y="89058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0620" y="904875"/>
            <a:ext cx="1888808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8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PIN &amp;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638300"/>
            <a:ext cx="13182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FOR FIRST-TIME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847850"/>
            <a:ext cx="6244352" cy="942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600" i="0" b="1" spc="-198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5 THINGS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666554"/>
            <a:ext cx="6215062" cy="895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300" i="0" b="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I tell every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466654"/>
            <a:ext cx="8947785" cy="923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66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first-time client.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943029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43029"/>
            <a:ext cx="4529138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Start with how you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90679"/>
            <a:ext cx="4529138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Design for your real routines, not a magazine’s.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690741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690741"/>
            <a:ext cx="5013722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Measure everything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938391"/>
            <a:ext cx="501372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The tape measure saves more than the return policy.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6438454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6438454"/>
            <a:ext cx="5204936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Invest in the anchors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6686104"/>
            <a:ext cx="5204936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Sofa, bed, rug, lighting — spend here, save elsewhere.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7186166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186166"/>
            <a:ext cx="5204222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Watch the light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7433816"/>
            <a:ext cx="520422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Live with a room a few days before you commit a color.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7933879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933879"/>
            <a:ext cx="5171122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Leave room to breathe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8181529"/>
            <a:ext cx="517112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Empty space is a design choice. Don’t fill every corner.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3163550"/>
            <a:ext cx="2268379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13430250"/>
            <a:ext cx="2268379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STUDIO MAEVE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6881" y="13420725"/>
            <a:ext cx="213479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5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SAVE &amp;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