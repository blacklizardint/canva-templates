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52784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6671" y="6030516"/>
            <a:ext cx="2258854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63916"/>
            <a:ext cx="2715339" cy="2452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5-tips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77816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