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571500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9705975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05975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89618" y="5623018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0776" y="6000750"/>
            <a:ext cx="5349478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81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THE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945" y="6534150"/>
            <a:ext cx="2715339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1" b="0">
                <a:solidFill>
                  <a:srgbClr val="8A7E6F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pic>
        <p:nvPicPr>
          <p:cNvPr id="10" name="Picture 9" descr="atelier-h07-studio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48050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