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12763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44838" y="6263432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27812" y="6263432"/>
            <a:ext cx="514350" cy="19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6750" y="9315450"/>
            <a:ext cx="8953500" cy="9525"/>
          </a:xfrm>
          <a:prstGeom prst="rect">
            <a:avLst/>
          </a:prstGeom>
          <a:solidFill>
            <a:srgbClr val="423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4914" y="9527452"/>
            <a:ext cx="80822" cy="80822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0150" y="723900"/>
            <a:ext cx="2764869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STUDIO MAEVE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150" y="923925"/>
            <a:ext cx="2764869" cy="857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00" i="0" b="0" spc="108">
                <a:solidFill>
                  <a:srgbClr val="A09D98"/>
                </a:solidFill>
                <a:latin typeface="Space Mono"/>
                <a:ea typeface="Space Mono"/>
                <a:cs typeface="Space Mono"/>
              </a:rPr>
              <a:t>INTERIOR DESIGN &amp; 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0325" y="814388"/>
            <a:ext cx="2092881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75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06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7413" y="3904357"/>
            <a:ext cx="2872026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650" i="0" b="0" spc="45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◆ ◆ ◆ ◆ 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6790" y="4056757"/>
            <a:ext cx="1112520" cy="5485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60000"/>
              </a:lnSpc>
            </a:pPr>
            <a:r>
              <a:rPr sz="7200" i="1" b="1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4437757"/>
            <a:ext cx="7429500" cy="141133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28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Maeve turned a house we’d lived in for years into a home we never want to leave. Every room finally feels like 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2421" y="6172944"/>
            <a:ext cx="202215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Anna &amp; Will 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9526" y="6487269"/>
            <a:ext cx="2627948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75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LAURELHURST, PORTLAND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" y="9515475"/>
            <a:ext cx="3865245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20">
                <a:solidFill>
                  <a:srgbClr val="C2BEB9"/>
                </a:solidFill>
                <a:latin typeface="Space Mono"/>
                <a:ea typeface="Space Mono"/>
                <a:cs typeface="Space Mono"/>
              </a:rPr>
              <a:t>@STUDIOMAEVE · STUDIOMAEVE.COM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7297" y="9515475"/>
            <a:ext cx="1985724" cy="104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1" spc="16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MORE REVIEWS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