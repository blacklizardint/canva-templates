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44838" y="6263432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27812" y="6263432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0325" y="814388"/>
            <a:ext cx="20928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06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413" y="3925639"/>
            <a:ext cx="287202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0" spc="45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◆ ◆ ◆ ◆ 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790" y="4078039"/>
            <a:ext cx="1112520" cy="548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60000"/>
              </a:lnSpc>
            </a:pPr>
            <a:r>
              <a:rPr sz="7200" i="1" b="1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4459039"/>
            <a:ext cx="7429500" cy="141133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0000"/>
              </a:lnSpc>
            </a:pPr>
            <a:r>
              <a:rPr sz="28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Maeve turned a house we’d lived in for years into a home we never want to leave. Every room finally feels like 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2421" y="6194227"/>
            <a:ext cx="2022158" cy="15760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3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Anna &amp; Will 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9526" y="6466136"/>
            <a:ext cx="262794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7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LAURELHURST, PORTLAND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7297" y="9515475"/>
            <a:ext cx="198572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MORE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