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6750" y="1276350"/>
            <a:ext cx="89535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666750"/>
            <a:ext cx="40005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6750" y="1057275"/>
            <a:ext cx="40005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750" y="666750"/>
            <a:ext cx="9525" cy="400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7275" y="666750"/>
            <a:ext cx="9525" cy="400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62500" y="6382792"/>
            <a:ext cx="762000" cy="1905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9315450"/>
            <a:ext cx="89535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4914" y="9527452"/>
            <a:ext cx="80822" cy="80822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3814" y="795338"/>
            <a:ext cx="742236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125" i="0" b="1" spc="45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0150" y="723900"/>
            <a:ext cx="2764869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125" i="0" b="1" spc="45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STUDIO MAEVE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0150" y="923925"/>
            <a:ext cx="2764869" cy="857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00" i="0" b="0" spc="108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INTERIOR DESIGN &amp; STYLING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50325" y="814388"/>
            <a:ext cx="2092881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11 · SAMPLE SALE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0249" y="3380184"/>
            <a:ext cx="2486501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00" i="0" b="1" spc="36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SAMPLE SALE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89772" y="3665934"/>
            <a:ext cx="6307455" cy="10953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0" i="1" b="0">
                <a:solidFill>
                  <a:srgbClr val="1A1714"/>
                </a:solidFill>
                <a:latin typeface="Fraunces"/>
                <a:ea typeface="Fraunces"/>
                <a:cs typeface="Fraunces"/>
              </a:rPr>
              <a:t>New rate.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1124" y="4875609"/>
            <a:ext cx="4444603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050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On our floor-sample pieces, this week only.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27260" y="5395764"/>
            <a:ext cx="2991326" cy="6191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4200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$2,400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6750" y="5491014"/>
            <a:ext cx="990600" cy="4286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000" i="0" b="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22688" y="5389959"/>
            <a:ext cx="3539728" cy="63088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2000"/>
              </a:lnSpc>
            </a:pPr>
            <a:r>
              <a:rPr sz="5400" i="0" b="1" spc="-162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$1,480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561" y="6611392"/>
            <a:ext cx="2787729" cy="2857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950" i="1" b="0">
                <a:solidFill>
                  <a:srgbClr val="1A1714"/>
                </a:solidFill>
                <a:latin typeface="Fraunces"/>
                <a:ea typeface="Fraunces"/>
                <a:cs typeface="Fraunces"/>
              </a:rPr>
              <a:t>The Brera Sofa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5927" y="6973342"/>
            <a:ext cx="3794998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75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Floor sample · Italian bouclé · one only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675" y="9515475"/>
            <a:ext cx="3865245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20">
                <a:solidFill>
                  <a:srgbClr val="2A2622"/>
                </a:solidFill>
                <a:latin typeface="Space Mono"/>
                <a:ea typeface="Space Mono"/>
                <a:cs typeface="Space Mono"/>
              </a:rPr>
              <a:t>@STUDIOMAEVE · STUDIOMAEVE.COM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2025" y="9515475"/>
            <a:ext cx="204216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1" spc="165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SHOP THE SALE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