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62500" y="6302276"/>
            <a:ext cx="762000" cy="190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0325" y="814388"/>
            <a:ext cx="209288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11 · SAMPLE SALE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249" y="3518743"/>
            <a:ext cx="248650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1" spc="36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SAMPLE 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9772" y="3804493"/>
            <a:ext cx="6307455" cy="876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75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New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1124" y="4795093"/>
            <a:ext cx="444460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0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On our floor-sample pieces, this week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7260" y="5315248"/>
            <a:ext cx="2991326" cy="619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2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$2,400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5410498"/>
            <a:ext cx="990600" cy="4286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2688" y="5309443"/>
            <a:ext cx="3539728" cy="63088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5400" i="0" b="1" spc="-162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$1,480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561" y="6530876"/>
            <a:ext cx="2787729" cy="227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195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The Brera Sofa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5927" y="6834783"/>
            <a:ext cx="3794998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Floor sample · Italian bouclé · one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2A2622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2025" y="9515475"/>
            <a:ext cx="20421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SHOP THE SALE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