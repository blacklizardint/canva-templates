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45720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209675"/>
            <a:ext cx="45720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4572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9675" y="762000"/>
            <a:ext cx="9525" cy="4572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10367962"/>
            <a:ext cx="8763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11096625"/>
            <a:ext cx="8763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11825288"/>
            <a:ext cx="8763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15735300"/>
            <a:ext cx="8763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16373475"/>
            <a:ext cx="8763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15735300"/>
            <a:ext cx="9525" cy="64770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15475" y="15735300"/>
            <a:ext cx="9525" cy="64770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4416" y="16012004"/>
            <a:ext cx="94293" cy="94292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608" y="909638"/>
            <a:ext cx="790575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75" i="0" b="1" spc="5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055" y="938212"/>
            <a:ext cx="2190512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0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STORY 06 · ABOUT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8153400"/>
            <a:ext cx="144018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0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MEET THE DESIGNER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8401050"/>
            <a:ext cx="14401800" cy="704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80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Maeve Sullivan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9220200"/>
            <a:ext cx="144018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PRINCIPAL DESIGNER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9801225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9801225"/>
            <a:ext cx="3145155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Twelve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10029825"/>
            <a:ext cx="3145155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shaping calm, collected homes.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10529888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10529888"/>
            <a:ext cx="3002042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Top 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10758488"/>
            <a:ext cx="3002042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of projects booked by referral.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11258550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11258550"/>
            <a:ext cx="3332321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Always sourcing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11487150"/>
            <a:ext cx="3332321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vintage, textiles, the perfect lamp.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8250" y="15978188"/>
            <a:ext cx="3078242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0" b="1" spc="13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FOLLOW FOR MORE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900" y="15954375"/>
            <a:ext cx="6096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1585" y="17297400"/>
            <a:ext cx="4683681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16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@STUDIOMAEVE  ◆  STUDIOMAEVE.COM</a:t>
            </a:r>
          </a:p>
        </p:txBody>
      </p:sp>
      <p:pic>
        <p:nvPicPr>
          <p:cNvPr id="32" name="Picture 31" descr="atelier-s06-about-m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76500"/>
            <a:ext cx="8763000" cy="533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