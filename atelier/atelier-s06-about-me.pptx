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0223897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0952559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1681222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2608" y="909638"/>
            <a:ext cx="790575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75" i="0" b="1" spc="5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055" y="938212"/>
            <a:ext cx="2190512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0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STORY 06 · ABOUT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815340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MEET THE DESIGNER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8401050"/>
            <a:ext cx="14401800" cy="56078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48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Maeve Sullivan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9076134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PRINCIPAL DESIGNER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9657159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9657159"/>
            <a:ext cx="3145155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Twelve years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9885759"/>
            <a:ext cx="3145155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shaping calm, collected homes.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10385822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10385822"/>
            <a:ext cx="3002042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Top 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10614422"/>
            <a:ext cx="3002042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of projects booked by referral.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1114484"/>
            <a:ext cx="716280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11114484"/>
            <a:ext cx="3332321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Always sourcing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11343084"/>
            <a:ext cx="3332321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vintage, textiles, the perfect lamp.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8250" y="15978188"/>
            <a:ext cx="3078242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13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FOLLOW FOR MORE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1585" y="17297400"/>
            <a:ext cx="468368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6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  <p:pic>
        <p:nvPicPr>
          <p:cNvPr id="32" name="Picture 31" descr="atelier-s06-about-m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476500"/>
            <a:ext cx="8763000" cy="533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