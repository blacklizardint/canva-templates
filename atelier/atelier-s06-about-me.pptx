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5524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04925"/>
            <a:ext cx="5524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5524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04925" y="762000"/>
            <a:ext cx="9525" cy="5524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1859518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3102530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4345543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170" y="938212"/>
            <a:ext cx="88677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75" i="0" b="1" spc="63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6220" y="933450"/>
            <a:ext cx="381904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19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06 · ABOUT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8801100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49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MEET THE DESIGNER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9182100"/>
            <a:ext cx="14401800" cy="7009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0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035480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256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PRINCIPAL DESIGNER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873680"/>
            <a:ext cx="9906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4450" y="10873680"/>
            <a:ext cx="4846320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Twelve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4450" y="11311830"/>
            <a:ext cx="4846320" cy="3000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15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shaping calm, collected homes.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2116693"/>
            <a:ext cx="9906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4450" y="12116693"/>
            <a:ext cx="4614862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Top 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4450" y="12554843"/>
            <a:ext cx="4614862" cy="3000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15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of projects booked by referral.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3359705"/>
            <a:ext cx="9906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" y="13359705"/>
            <a:ext cx="5148501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Always sourcing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14450" y="13797855"/>
            <a:ext cx="5148501" cy="3000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15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vintage, textiles, the perfect lamp.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33500" y="16078200"/>
            <a:ext cx="4989195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16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FOLLOW FOR MORE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9690" y="17164050"/>
            <a:ext cx="762762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56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32" name="Picture 31" descr="atelier-s06-about-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86000"/>
            <a:ext cx="8763000" cy="609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