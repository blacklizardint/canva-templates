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5524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304925"/>
            <a:ext cx="5524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5524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04925" y="762000"/>
            <a:ext cx="9525" cy="5524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11754743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12969180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4183618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5782925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6659225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5782925"/>
            <a:ext cx="9525" cy="8858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515475" y="15782925"/>
            <a:ext cx="9525" cy="8858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77621" y="16165220"/>
            <a:ext cx="121233" cy="121234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0170" y="938212"/>
            <a:ext cx="886778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575" i="0" b="1" spc="63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2818" y="952500"/>
            <a:ext cx="3168491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0" spc="180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STORY 06 · ABOUT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8801100"/>
            <a:ext cx="14401800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75" i="0" b="1" spc="472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MEET THE DESIGNER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9163050"/>
            <a:ext cx="14401800" cy="70098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0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Maeve Sullivan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9997380"/>
            <a:ext cx="1440180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1" spc="24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PRINCIPAL DESIGNER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0797480"/>
            <a:ext cx="960120" cy="39811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28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5400" y="10797480"/>
            <a:ext cx="4846320" cy="3524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40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Twelve years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5400" y="11207055"/>
            <a:ext cx="4846320" cy="3000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1575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shaping calm, collected homes.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12011918"/>
            <a:ext cx="960120" cy="39811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28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5400" y="12011918"/>
            <a:ext cx="4614862" cy="3524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40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Top 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5400" y="12421493"/>
            <a:ext cx="4614862" cy="3000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1575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of projects booked by referral.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13226355"/>
            <a:ext cx="960120" cy="39811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28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5400" y="13226355"/>
            <a:ext cx="5148501" cy="3524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400" i="0" b="1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Always sourcing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5400" y="13635930"/>
            <a:ext cx="5148501" cy="3000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1575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vintage, textiles, the perfect lamp.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33500" y="16097250"/>
            <a:ext cx="4411504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725" i="0" b="1" spc="172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FOLLOW FOR MORE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82075" y="16078200"/>
            <a:ext cx="716280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9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3799" y="17192625"/>
            <a:ext cx="6639401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240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  <p:pic>
        <p:nvPicPr>
          <p:cNvPr id="32" name="Picture 31" descr="atelier-s06-about-m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286000"/>
            <a:ext cx="8763000" cy="609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