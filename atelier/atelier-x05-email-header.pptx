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381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3810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485900"/>
            <a:ext cx="83820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2314575"/>
            <a:ext cx="83820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485900"/>
            <a:ext cx="9525" cy="8382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5425" y="1485900"/>
            <a:ext cx="9525" cy="8382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1213" y="1704975"/>
            <a:ext cx="9525" cy="400050"/>
          </a:xfrm>
          <a:prstGeom prst="rect">
            <a:avLst/>
          </a:prstGeom>
          <a:solidFill>
            <a:srgbClr val="474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046" y="1752600"/>
            <a:ext cx="115157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i="0" b="1" spc="9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5950" y="1323975"/>
            <a:ext cx="11523821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1" spc="28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STUDIO JOURNAL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5950" y="1533525"/>
            <a:ext cx="11523821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8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The studio, May 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5950" y="2333625"/>
            <a:ext cx="11523821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0">
                <a:solidFill>
                  <a:srgbClr val="B7B3AE"/>
                </a:solidFill>
                <a:latin typeface="Archivo"/>
                <a:ea typeface="Archivo"/>
                <a:cs typeface="Archivo"/>
              </a:rPr>
              <a:t>Three reveals, a sourcing trip, and the pieces we’re loving this season.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94871" y="1704975"/>
            <a:ext cx="2268379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5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94871" y="2000250"/>
            <a:ext cx="226837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ISSUE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