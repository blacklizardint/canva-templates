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3810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485900"/>
            <a:ext cx="8382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2314575"/>
            <a:ext cx="8382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485900"/>
            <a:ext cx="9525" cy="8382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5425" y="1485900"/>
            <a:ext cx="9525" cy="8382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1213" y="1726853"/>
            <a:ext cx="9525" cy="356146"/>
          </a:xfrm>
          <a:prstGeom prst="rect">
            <a:avLst/>
          </a:prstGeom>
          <a:solidFill>
            <a:srgbClr val="47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046" y="1752600"/>
            <a:ext cx="115157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400" i="0" b="1" spc="9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50" y="1396008"/>
            <a:ext cx="1152382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8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STUDIO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5950" y="1605558"/>
            <a:ext cx="11523821" cy="56078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48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The studio, May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5950" y="2261592"/>
            <a:ext cx="1152382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0">
                <a:solidFill>
                  <a:srgbClr val="B7B3AE"/>
                </a:solidFill>
                <a:latin typeface="Archivo"/>
                <a:ea typeface="Archivo"/>
                <a:cs typeface="Archivo"/>
              </a:rPr>
              <a:t>Three reveals, a sourcing trip, and the pieces we’re loving this season.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871" y="1726853"/>
            <a:ext cx="2268379" cy="17517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ct val="92000"/>
              </a:lnSpc>
            </a:pPr>
            <a:r>
              <a:rPr sz="15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871" y="1978223"/>
            <a:ext cx="226837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ISSUE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