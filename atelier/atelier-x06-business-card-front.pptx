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01250" cy="5715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3241030"/>
            <a:ext cx="77533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01100" y="2590800"/>
            <a:ext cx="5334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01100" y="3114675"/>
            <a:ext cx="5334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01100" y="2590800"/>
            <a:ext cx="9525" cy="5334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4975" y="2590800"/>
            <a:ext cx="9525" cy="5334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140446"/>
            <a:ext cx="127863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INTERIOR DESIGNER &amp; STYLIST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2397621"/>
            <a:ext cx="12786360" cy="59575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1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3431530"/>
            <a:ext cx="7207568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1A1714"/>
                </a:solidFill>
                <a:latin typeface="Space Mono"/>
                <a:ea typeface="Space Mono"/>
                <a:cs typeface="Space Mono"/>
              </a:rPr>
              <a:t>503 · 555 · 0142  ·  hello@studiomaeve.com  ·  studiomaeve.com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7186" y="2762250"/>
            <a:ext cx="862727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00" i="0" b="1" spc="6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