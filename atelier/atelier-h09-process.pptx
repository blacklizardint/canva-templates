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1500" y="571500"/>
            <a:ext cx="9144000" cy="9525"/>
          </a:xfrm>
          <a:prstGeom prst="rect">
            <a:avLst/>
          </a:prstGeom>
          <a:solidFill>
            <a:srgbClr val="EF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1500" y="9705975"/>
            <a:ext cx="9144000" cy="9525"/>
          </a:xfrm>
          <a:prstGeom prst="rect">
            <a:avLst/>
          </a:prstGeom>
          <a:solidFill>
            <a:srgbClr val="EF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571500"/>
            <a:ext cx="9525" cy="9144000"/>
          </a:xfrm>
          <a:prstGeom prst="rect">
            <a:avLst/>
          </a:prstGeom>
          <a:solidFill>
            <a:srgbClr val="EF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705975" y="571500"/>
            <a:ext cx="9525" cy="9144000"/>
          </a:xfrm>
          <a:prstGeom prst="rect">
            <a:avLst/>
          </a:prstGeom>
          <a:solidFill>
            <a:srgbClr val="EF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89618" y="5652784"/>
            <a:ext cx="107763" cy="107763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44987" y="6030516"/>
            <a:ext cx="4216241" cy="4000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700" i="0" b="1" spc="810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PROCESS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3945" y="6563916"/>
            <a:ext cx="2715339" cy="24526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2100" i="1" b="0">
                <a:solidFill>
                  <a:srgbClr val="8A7E6F"/>
                </a:solidFill>
                <a:latin typeface="Fraunces"/>
                <a:ea typeface="Fraunces"/>
                <a:cs typeface="Fraunces"/>
              </a:rPr>
              <a:t>Studio Maeve</a:t>
            </a:r>
          </a:p>
        </p:txBody>
      </p:sp>
      <p:pic>
        <p:nvPicPr>
          <p:cNvPr id="10" name="Picture 9" descr="atelier-h09-process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0" y="3477816"/>
            <a:ext cx="1905000" cy="1905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