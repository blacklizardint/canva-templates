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192500" cy="20955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3639800"/>
            <a:ext cx="14478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14582775"/>
            <a:ext cx="14478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21768792"/>
            <a:ext cx="14478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11144250"/>
            <a:ext cx="235458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357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JUST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1449050"/>
            <a:ext cx="23545800" cy="1428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The Hawthorne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3011150"/>
            <a:ext cx="235458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Portland, Oregon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13896975"/>
            <a:ext cx="6172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4077950"/>
            <a:ext cx="6172200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1910 Craftsman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6750" y="13896975"/>
            <a:ext cx="6172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750" y="14077950"/>
            <a:ext cx="6172200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Full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0" y="13896975"/>
            <a:ext cx="6172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0" y="14077950"/>
            <a:ext cx="6172200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0" y="13896975"/>
            <a:ext cx="6172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0" y="14077950"/>
            <a:ext cx="6172200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14916150"/>
            <a:ext cx="20193000" cy="27086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8000"/>
              </a:lnSpc>
            </a:pPr>
            <a:r>
              <a:rPr sz="1350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A warm, lived-in renovation of a 1910 Craftsman — original millwork restored, rooms layered in oak, brass, and bouclé. Calm, collected, and unmistakably theirs.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22006917"/>
            <a:ext cx="2645807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22321242"/>
            <a:ext cx="26458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PRINCIPAL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2472" y="22283142"/>
            <a:ext cx="8513445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 spc="58">
                <a:solidFill>
                  <a:srgbClr val="1A1714"/>
                </a:solidFill>
                <a:latin typeface="Space Mono"/>
                <a:ea typeface="Space Mono"/>
                <a:cs typeface="Space Mono"/>
              </a:rPr>
              <a:t>503 · 555 · 0142  ·  hello@studiomaeve.com  ·  studiomaeve.com</a:t>
            </a:r>
          </a:p>
        </p:txBody>
      </p:sp>
      <p:pic>
        <p:nvPicPr>
          <p:cNvPr id="21" name="Picture 20" descr="atelier-x03-project-flyer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925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