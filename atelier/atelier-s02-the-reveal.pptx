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762000"/>
            <a:ext cx="552450" cy="9525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304925"/>
            <a:ext cx="552450" cy="9525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762000"/>
            <a:ext cx="9525" cy="55245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04925" y="762000"/>
            <a:ext cx="9525" cy="55245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77679" y="5057775"/>
            <a:ext cx="609600" cy="19050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9572" y="5057775"/>
            <a:ext cx="609600" cy="19050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15782925"/>
            <a:ext cx="8763000" cy="9525"/>
          </a:xfrm>
          <a:prstGeom prst="rect">
            <a:avLst/>
          </a:prstGeom>
          <a:solidFill>
            <a:srgbClr val="59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16659225"/>
            <a:ext cx="8763000" cy="9525"/>
          </a:xfrm>
          <a:prstGeom prst="rect">
            <a:avLst/>
          </a:prstGeom>
          <a:solidFill>
            <a:srgbClr val="59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2000" y="15782925"/>
            <a:ext cx="9525" cy="885825"/>
          </a:xfrm>
          <a:prstGeom prst="rect">
            <a:avLst/>
          </a:prstGeom>
          <a:solidFill>
            <a:srgbClr val="59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15475" y="15782925"/>
            <a:ext cx="9525" cy="885825"/>
          </a:xfrm>
          <a:prstGeom prst="rect">
            <a:avLst/>
          </a:prstGeom>
          <a:solidFill>
            <a:srgbClr val="595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7621" y="16165220"/>
            <a:ext cx="121233" cy="121234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0170" y="938212"/>
            <a:ext cx="886778" cy="2000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575" i="0" b="1" spc="63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554" y="952500"/>
            <a:ext cx="4039314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25" i="0" b="0" spc="180">
                <a:solidFill>
                  <a:srgbClr val="A5A19C"/>
                </a:solidFill>
                <a:latin typeface="Space Mono"/>
                <a:ea typeface="Space Mono"/>
                <a:cs typeface="Space Mono"/>
              </a:rPr>
              <a:t>STORY 02 · THE REVEAL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7412" y="4953000"/>
            <a:ext cx="2892028" cy="228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575" i="0" b="1" spc="472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REVEALED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2057400" y="5562600"/>
            <a:ext cx="14401800" cy="26289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2000"/>
              </a:lnSpc>
            </a:pPr>
            <a:r>
              <a:rPr sz="22500" i="0" b="1" spc="-675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2057400" y="8286750"/>
            <a:ext cx="14401800" cy="42058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2000"/>
              </a:lnSpc>
            </a:pPr>
            <a:r>
              <a:rPr sz="360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Styled top to bottom.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685800" y="9145488"/>
            <a:ext cx="11658600" cy="411361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60000"/>
              </a:lnSpc>
            </a:pPr>
            <a:r>
              <a:rPr sz="2025" i="0" b="0">
                <a:solidFill>
                  <a:srgbClr val="D8D5CF"/>
                </a:solidFill>
                <a:latin typeface="Archivo"/>
                <a:ea typeface="Archivo"/>
                <a:cs typeface="Archivo"/>
              </a:rPr>
              <a:t>So proud to share The Hawthorne Project.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2057400" y="9937849"/>
            <a:ext cx="14401800" cy="1809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200" i="0" b="0" spc="168">
                <a:solidFill>
                  <a:srgbClr val="B7B3AE"/>
                </a:solidFill>
                <a:latin typeface="Space Mono"/>
                <a:ea typeface="Space Mono"/>
                <a:cs typeface="Space Mono"/>
              </a:rPr>
              <a:t>DESIGNED &amp; STYLED BY MAEVE SULLIVAN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3500" y="16097250"/>
            <a:ext cx="5082064" cy="2571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725" i="0" b="1" spc="172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NOW BOOKING SPRING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2075" y="16078200"/>
            <a:ext cx="716280" cy="2952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950" i="0" b="0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3799" y="17192625"/>
            <a:ext cx="6639401" cy="1809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200" i="0" b="0" spc="240">
                <a:solidFill>
                  <a:srgbClr val="BBB8B2"/>
                </a:solidFill>
                <a:latin typeface="Space Mono"/>
                <a:ea typeface="Space Mono"/>
                <a:cs typeface="Space Mono"/>
              </a:rPr>
              <a:t>@STUDIOMAEVE  ◆  STUDIOMAEVE.COM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