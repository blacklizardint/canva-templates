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5524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04925"/>
            <a:ext cx="5524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5524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04925" y="762000"/>
            <a:ext cx="9525" cy="5524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57141" y="5067300"/>
            <a:ext cx="60960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20110" y="5067300"/>
            <a:ext cx="60960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170" y="938212"/>
            <a:ext cx="88677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75" i="0" b="1" spc="63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4856" y="933450"/>
            <a:ext cx="489323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199">
                <a:solidFill>
                  <a:srgbClr val="A5A19C"/>
                </a:solidFill>
                <a:latin typeface="Space Mono"/>
                <a:ea typeface="Space Mono"/>
                <a:cs typeface="Space Mono"/>
              </a:rPr>
              <a:t>STORY 02 · THE REVEAL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4550" y="4953000"/>
            <a:ext cx="2957751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1" spc="462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REVEALED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581650"/>
            <a:ext cx="14401800" cy="26289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2500" i="0" b="1" spc="-67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8305800"/>
            <a:ext cx="14401800" cy="42058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36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Styled top to bottom.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685800" y="9164538"/>
            <a:ext cx="11658600" cy="4113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2025" i="0" b="0">
                <a:solidFill>
                  <a:srgbClr val="D8D5CF"/>
                </a:solidFill>
                <a:latin typeface="Archivo"/>
                <a:ea typeface="Archivo"/>
                <a:cs typeface="Archivo"/>
              </a:rPr>
              <a:t>So proud to share The Hawthorne Project.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956899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170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DESIGNED &amp; STYLED BY MAEVE SULLIVAN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6078200"/>
            <a:ext cx="5751433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16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NOW BOOKING SPRING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9690" y="17164050"/>
            <a:ext cx="762762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56">
                <a:solidFill>
                  <a:srgbClr val="BBB8B2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