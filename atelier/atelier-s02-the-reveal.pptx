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90975" y="5391150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81526" y="5391150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0588" y="938212"/>
            <a:ext cx="2756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STORY 02 · THE REVEAL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85" y="5334000"/>
            <a:ext cx="1874282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REVEALED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753100"/>
            <a:ext cx="14401800" cy="24535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1000" i="0" b="1" spc="-63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8263830"/>
            <a:ext cx="14401800" cy="31536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7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Styled top to bottom.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" y="8903047"/>
            <a:ext cx="10134600" cy="2589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1275" i="0" b="0">
                <a:solidFill>
                  <a:srgbClr val="D8D5CF"/>
                </a:solidFill>
                <a:latin typeface="Archivo"/>
                <a:ea typeface="Archivo"/>
                <a:cs typeface="Archivo"/>
              </a:rPr>
              <a:t>So proud to share The Hawthorne Project.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447758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DESIGNED &amp; STYLED BY MAEVE SULLIVAN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8250" y="15978188"/>
            <a:ext cx="3529251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NOW BOOKING SPRING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