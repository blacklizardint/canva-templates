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457200" cy="9525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209675"/>
            <a:ext cx="457200" cy="9525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4572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9675" y="762000"/>
            <a:ext cx="9525" cy="4572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990975" y="5391150"/>
            <a:ext cx="514350" cy="19050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81526" y="5391150"/>
            <a:ext cx="514350" cy="19050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15735300"/>
            <a:ext cx="8763000" cy="9525"/>
          </a:xfrm>
          <a:prstGeom prst="rect">
            <a:avLst/>
          </a:prstGeom>
          <a:solidFill>
            <a:srgbClr val="524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16373475"/>
            <a:ext cx="8763000" cy="9525"/>
          </a:xfrm>
          <a:prstGeom prst="rect">
            <a:avLst/>
          </a:prstGeom>
          <a:solidFill>
            <a:srgbClr val="524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2000" y="15735300"/>
            <a:ext cx="9525" cy="647700"/>
          </a:xfrm>
          <a:prstGeom prst="rect">
            <a:avLst/>
          </a:prstGeom>
          <a:solidFill>
            <a:srgbClr val="524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515475" y="15735300"/>
            <a:ext cx="9525" cy="647700"/>
          </a:xfrm>
          <a:prstGeom prst="rect">
            <a:avLst/>
          </a:prstGeom>
          <a:solidFill>
            <a:srgbClr val="524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24416" y="16012004"/>
            <a:ext cx="94293" cy="94292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2608" y="909638"/>
            <a:ext cx="790575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275" i="0" b="1" spc="51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SM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0588" y="938212"/>
            <a:ext cx="2756059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05">
                <a:solidFill>
                  <a:srgbClr val="A09D98"/>
                </a:solidFill>
                <a:latin typeface="Space Mono"/>
                <a:ea typeface="Space Mono"/>
                <a:cs typeface="Space Mono"/>
              </a:rPr>
              <a:t>STORY 02 · THE REVEAL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85" y="5334000"/>
            <a:ext cx="1874282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900" i="0" b="1" spc="306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REVEALED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-2057400" y="5753100"/>
            <a:ext cx="14401800" cy="245358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2000"/>
              </a:lnSpc>
            </a:pPr>
            <a:r>
              <a:rPr sz="21000" i="0" b="1" spc="-630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DONE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2057400" y="8263830"/>
            <a:ext cx="14401800" cy="4000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270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Styled top to bottom.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" y="8987730"/>
            <a:ext cx="10134600" cy="25896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160000"/>
              </a:lnSpc>
            </a:pPr>
            <a:r>
              <a:rPr sz="1275" i="0" b="0">
                <a:solidFill>
                  <a:srgbClr val="D8D5CF"/>
                </a:solidFill>
                <a:latin typeface="Archivo"/>
                <a:ea typeface="Archivo"/>
                <a:cs typeface="Archivo"/>
              </a:rPr>
              <a:t>So proud to share The Hawthorne Project.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-2057400" y="9532441"/>
            <a:ext cx="144018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50" i="0" b="0" spc="75">
                <a:solidFill>
                  <a:srgbClr val="B7B3AE"/>
                </a:solidFill>
                <a:latin typeface="Space Mono"/>
                <a:ea typeface="Space Mono"/>
                <a:cs typeface="Space Mono"/>
              </a:rPr>
              <a:t>DESIGNED &amp; STYLED BY MAEVE SULLIVAN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8250" y="15978188"/>
            <a:ext cx="3529251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125" i="0" b="1" spc="135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NOW BOOKING SPRING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5900" y="15954375"/>
            <a:ext cx="60960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350" i="0" b="0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01585" y="17297400"/>
            <a:ext cx="4683681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0" spc="165">
                <a:solidFill>
                  <a:srgbClr val="B7B3AE"/>
                </a:solidFill>
                <a:latin typeface="Space Mono"/>
                <a:ea typeface="Space Mono"/>
                <a:cs typeface="Space Mono"/>
              </a:rPr>
              <a:t>@STUDIOMAEVE  ◆  STUDIOMAEVE.COM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