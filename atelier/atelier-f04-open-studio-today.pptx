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530054"/>
            <a:ext cx="2434382" cy="381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530054"/>
            <a:ext cx="2434382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901529"/>
            <a:ext cx="2434382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3530054"/>
            <a:ext cx="9525" cy="381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91607" y="3530054"/>
            <a:ext cx="9525" cy="381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016" y="3673408"/>
            <a:ext cx="94293" cy="94293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1573" y="3673408"/>
            <a:ext cx="94293" cy="94293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9084" y="814388"/>
            <a:ext cx="273486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04 · OPEN STUDIO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653879"/>
            <a:ext cx="299585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198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OPEN STUDIO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139654"/>
            <a:ext cx="14706600" cy="14580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86000"/>
              </a:lnSpc>
            </a:pPr>
            <a:r>
              <a:rPr sz="1335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Today.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769173"/>
            <a:ext cx="4602480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6000" i="0" b="1" spc="-18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1—4PM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2375" y="5914430"/>
            <a:ext cx="3628787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812 SE Hawthorne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2375" y="6216848"/>
            <a:ext cx="3628787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4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PORTLAND, OREGON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6740723"/>
            <a:ext cx="10744200" cy="22562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Doors open at noon. Coffee’s on and the spring collection is 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6667" y="9515475"/>
            <a:ext cx="205073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SEE YOU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