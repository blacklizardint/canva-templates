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76350"/>
            <a:ext cx="89535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4000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57275"/>
            <a:ext cx="4000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400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7275" y="666750"/>
            <a:ext cx="9525" cy="400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6750" y="3322737"/>
            <a:ext cx="2846040" cy="9525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3694212"/>
            <a:ext cx="2846040" cy="9525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6750" y="3322737"/>
            <a:ext cx="9525" cy="38100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03265" y="3322737"/>
            <a:ext cx="9525" cy="38100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2016" y="3466090"/>
            <a:ext cx="94293" cy="94293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6750" y="6023074"/>
            <a:ext cx="19050" cy="721965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3814" y="795338"/>
            <a:ext cx="742236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0150" y="723900"/>
            <a:ext cx="2764869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STUDIO MAEVE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0150" y="923925"/>
            <a:ext cx="276486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08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INTERIOR DESIGN &amp; STYLING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50325" y="814388"/>
            <a:ext cx="209288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08 · STYLING TIP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800" y="3446562"/>
            <a:ext cx="3944064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 spc="198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TIP OF THE WEEK · STYLING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3989487"/>
            <a:ext cx="8953500" cy="170973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</a:pPr>
            <a:r>
              <a:rPr sz="660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Start with the rug, then build the room.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450" y="6023074"/>
            <a:ext cx="6858000" cy="7219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8000"/>
              </a:lnSpc>
            </a:pPr>
            <a:r>
              <a:rPr sz="1200" i="0" b="0">
                <a:solidFill>
                  <a:srgbClr val="2A2622"/>
                </a:solidFill>
                <a:latin typeface="Archivo"/>
                <a:ea typeface="Archivo"/>
                <a:cs typeface="Archivo"/>
              </a:rPr>
              <a:t>A great rug anchors the whole room and sets the palette for everything else. Buy the largest one the space allows — the front legs of every seat should land on it. Get this right and the rest of the room almost styles itself.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" y="7030789"/>
            <a:ext cx="14706600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— A note from Maeve Sullivan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675" y="9515475"/>
            <a:ext cx="3865245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20">
                <a:solidFill>
                  <a:srgbClr val="2A2622"/>
                </a:solidFill>
                <a:latin typeface="Space Mono"/>
                <a:ea typeface="Space Mono"/>
                <a:cs typeface="Space Mono"/>
              </a:rPr>
              <a:t>@STUDIOMAEVE · STUDIOMAEVE.COM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10141" y="9515475"/>
            <a:ext cx="2157174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165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SAVE FOR LATER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