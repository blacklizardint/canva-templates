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5524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304925"/>
            <a:ext cx="5524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5524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04925" y="762000"/>
            <a:ext cx="9525" cy="5524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911030"/>
            <a:ext cx="2793950" cy="2466975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4911030"/>
            <a:ext cx="279395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7368480"/>
            <a:ext cx="279395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4911030"/>
            <a:ext cx="9525" cy="24669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46425" y="4911030"/>
            <a:ext cx="9525" cy="24669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6450" y="4911030"/>
            <a:ext cx="2794099" cy="2466975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6450" y="4911030"/>
            <a:ext cx="2794099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6450" y="7368480"/>
            <a:ext cx="2794099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6450" y="4911030"/>
            <a:ext cx="9525" cy="24669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1025" y="4911030"/>
            <a:ext cx="9525" cy="24669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31050" y="4911030"/>
            <a:ext cx="2793950" cy="2466975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31050" y="4911030"/>
            <a:ext cx="279395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31050" y="7368480"/>
            <a:ext cx="279395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31050" y="4911030"/>
            <a:ext cx="9525" cy="24669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15475" y="4911030"/>
            <a:ext cx="9525" cy="24669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000" y="8140005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000" y="15782925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2000" y="16659225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000" y="15782925"/>
            <a:ext cx="9525" cy="8858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15475" y="15782925"/>
            <a:ext cx="9525" cy="8858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7621" y="16165220"/>
            <a:ext cx="121233" cy="121234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0170" y="938212"/>
            <a:ext cx="886778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75" i="0" b="1" spc="63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0464" y="933450"/>
            <a:ext cx="510825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0" spc="199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STORY 03 · OPEN 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2667000"/>
            <a:ext cx="14401800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1" spc="49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YOU’RE INVITED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3105150"/>
            <a:ext cx="14401800" cy="113913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9750" i="0" b="1" spc="-292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OPEN STUDIO.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251445" y="5320605"/>
            <a:ext cx="4820841" cy="1285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0000"/>
              </a:lnSpc>
            </a:pPr>
            <a:r>
              <a:rPr sz="11250" i="0" b="1" spc="-337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251445" y="6758880"/>
            <a:ext cx="4820841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1" spc="25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32961" y="5320605"/>
            <a:ext cx="4821079" cy="1285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0000"/>
              </a:lnSpc>
            </a:pPr>
            <a:r>
              <a:rPr sz="11250" i="0" b="1" spc="-337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32961" y="6758880"/>
            <a:ext cx="4821079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1" spc="25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7604" y="5320605"/>
            <a:ext cx="4820841" cy="1285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0000"/>
              </a:lnSpc>
            </a:pPr>
            <a:r>
              <a:rPr sz="11250" i="0" b="1" spc="-337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7604" y="6758880"/>
            <a:ext cx="4820841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1" spc="25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MINUTES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8587680"/>
            <a:ext cx="144018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1" spc="256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THE STUDIO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8949630"/>
            <a:ext cx="14401800" cy="4906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42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812 SE Hawthorne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9554617"/>
            <a:ext cx="14401800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Portland, Oregon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10049917"/>
            <a:ext cx="14401800" cy="33292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28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Saturday · 1—4 PM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3500" y="16078200"/>
            <a:ext cx="4040267" cy="2952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25" i="0" b="1" spc="162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SAVE THE 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82075" y="16078200"/>
            <a:ext cx="716280" cy="2952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0" b="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9690" y="17164050"/>
            <a:ext cx="762762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0" spc="256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@STUDIOMAEVE  ◆  STUDIOMAEVE.COM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