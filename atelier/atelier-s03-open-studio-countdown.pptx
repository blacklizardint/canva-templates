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4678561"/>
            <a:ext cx="2806601" cy="1838325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4678561"/>
            <a:ext cx="2806601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6507361"/>
            <a:ext cx="2806601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4678561"/>
            <a:ext cx="9525" cy="18383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59076" y="4678561"/>
            <a:ext cx="9525" cy="18383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0051" y="4678561"/>
            <a:ext cx="2806750" cy="1838325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0051" y="4678561"/>
            <a:ext cx="28067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051" y="6507361"/>
            <a:ext cx="28067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0051" y="4678561"/>
            <a:ext cx="9525" cy="18383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7275" y="4678561"/>
            <a:ext cx="9525" cy="18383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18250" y="4678561"/>
            <a:ext cx="2806750" cy="1838325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18250" y="4678561"/>
            <a:ext cx="28067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18250" y="6507361"/>
            <a:ext cx="28067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18250" y="4678561"/>
            <a:ext cx="9525" cy="18383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5475" y="4678561"/>
            <a:ext cx="9525" cy="18383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7088386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2608" y="909638"/>
            <a:ext cx="790575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75" i="0" b="1" spc="5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9895" y="938212"/>
            <a:ext cx="2869168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0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STORY 03 · OPEN STUDIO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2857500"/>
            <a:ext cx="144018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YOU’RE INVITED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3143250"/>
            <a:ext cx="14401800" cy="96381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250" i="0" b="1" spc="-247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OPEN STUDIO.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-255240" y="4973836"/>
            <a:ext cx="4841081" cy="1028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9000" i="0" b="1" spc="-27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-255240" y="6116836"/>
            <a:ext cx="484108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7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22766" y="4973836"/>
            <a:ext cx="4841319" cy="1028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9000" i="0" b="1" spc="-27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22766" y="6116836"/>
            <a:ext cx="484131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7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HOURS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00966" y="4973836"/>
            <a:ext cx="4841319" cy="1028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9000" i="0" b="1" spc="-27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00966" y="6116836"/>
            <a:ext cx="484131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7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MINUTES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000" y="7421761"/>
            <a:ext cx="144018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THE STUDIO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000" y="7640836"/>
            <a:ext cx="14401800" cy="38546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33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812 SE Hawthorne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000" y="8102501"/>
            <a:ext cx="1440180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Portland, Oregon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" y="8445401"/>
            <a:ext cx="14401800" cy="24526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21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Saturday · 1—4 PM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8250" y="15978188"/>
            <a:ext cx="2532936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13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SAVE THE DATE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01585" y="17297400"/>
            <a:ext cx="468368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16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