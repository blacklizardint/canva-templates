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8288000"/>
          </a:xfrm>
          <a:prstGeom prst="rect">
            <a:avLst/>
          </a:prstGeom>
          <a:solidFill>
            <a:srgbClr val="FAF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2000" y="762000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62000" y="1304925"/>
            <a:ext cx="552450" cy="9525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62000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304925" y="762000"/>
            <a:ext cx="9525" cy="552450"/>
          </a:xfrm>
          <a:prstGeom prst="rect">
            <a:avLst/>
          </a:prstGeom>
          <a:solidFill>
            <a:srgbClr val="1A17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62000" y="4891980"/>
            <a:ext cx="2793950" cy="24574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2000" y="4891980"/>
            <a:ext cx="27939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62000" y="7339905"/>
            <a:ext cx="27939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000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546425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46450" y="4891980"/>
            <a:ext cx="2794099" cy="24574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6450" y="4891980"/>
            <a:ext cx="2794099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6450" y="7339905"/>
            <a:ext cx="2794099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6450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31025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731050" y="4891980"/>
            <a:ext cx="2793950" cy="2457450"/>
          </a:xfrm>
          <a:prstGeom prst="rect">
            <a:avLst/>
          </a:prstGeom>
          <a:solidFill>
            <a:srgbClr val="FDF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731050" y="4891980"/>
            <a:ext cx="27939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731050" y="7339905"/>
            <a:ext cx="279395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731050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515475" y="4891980"/>
            <a:ext cx="9525" cy="2457450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2000" y="8111430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62000" y="157829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62000" y="16659225"/>
            <a:ext cx="8763000" cy="95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62000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515475" y="15782925"/>
            <a:ext cx="9525" cy="885825"/>
          </a:xfrm>
          <a:prstGeom prst="rect">
            <a:avLst/>
          </a:prstGeom>
          <a:solidFill>
            <a:srgbClr val="E5DF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077621" y="16165220"/>
            <a:ext cx="121233" cy="121234"/>
          </a:xfrm>
          <a:prstGeom prst="rect">
            <a:avLst/>
          </a:prstGeom>
          <a:solidFill>
            <a:srgbClr val="BC5B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80170" y="938212"/>
            <a:ext cx="886778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100000"/>
              </a:lnSpc>
            </a:pPr>
            <a:r>
              <a:rPr sz="1575" i="0" b="1" spc="63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29611" y="952500"/>
            <a:ext cx="4213622" cy="1714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125" i="0" b="0" spc="18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STORY 03 · OPEN STUDIO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2000" y="2667000"/>
            <a:ext cx="14401800" cy="2286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575" i="0" b="1" spc="472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YOU’RE INVITED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2000" y="3086100"/>
            <a:ext cx="14401800" cy="113913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9750" i="0" b="1" spc="-29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OPEN STUDIO.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-251445" y="5301555"/>
            <a:ext cx="4820841" cy="1285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11250" i="0" b="1" spc="-337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-251445" y="6739830"/>
            <a:ext cx="482084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1" spc="27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DAYS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32961" y="5301555"/>
            <a:ext cx="4821079" cy="1285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11250" i="0" b="1" spc="-337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32961" y="6739830"/>
            <a:ext cx="4821079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1" spc="27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HOURS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17604" y="5301555"/>
            <a:ext cx="4820841" cy="12858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>
              <a:lnSpc>
                <a:spcPct val="90000"/>
              </a:lnSpc>
            </a:pPr>
            <a:r>
              <a:rPr sz="11250" i="0" b="1" spc="-337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30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17604" y="6739830"/>
            <a:ext cx="4820841" cy="2000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350" i="0" b="1" spc="27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MINUTES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2000" y="8559105"/>
            <a:ext cx="14401800" cy="1905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275" i="0" b="1" spc="255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THE STUDIO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" y="8902005"/>
            <a:ext cx="14401800" cy="490686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4200" i="1" b="0">
                <a:solidFill>
                  <a:srgbClr val="1A1714"/>
                </a:solidFill>
                <a:latin typeface="Fraunces"/>
                <a:ea typeface="Fraunces"/>
                <a:cs typeface="Fraunces"/>
              </a:rPr>
              <a:t>812 SE Hawthorne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2000" y="9506992"/>
            <a:ext cx="14401800" cy="2667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800" i="0" b="0">
                <a:solidFill>
                  <a:srgbClr val="8A7E6F"/>
                </a:solidFill>
                <a:latin typeface="Archivo"/>
                <a:ea typeface="Archivo"/>
                <a:cs typeface="Archivo"/>
              </a:rPr>
              <a:t>Portland, Oregon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2000" y="10002292"/>
            <a:ext cx="14401800" cy="332929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>
              <a:lnSpc>
                <a:spcPct val="92000"/>
              </a:lnSpc>
            </a:pPr>
            <a:r>
              <a:rPr sz="2850" i="1" b="0">
                <a:solidFill>
                  <a:srgbClr val="BC5B36"/>
                </a:solidFill>
                <a:latin typeface="Fraunces"/>
                <a:ea typeface="Fraunces"/>
                <a:cs typeface="Fraunces"/>
              </a:rPr>
              <a:t>Saturday · 1—4 PM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16097250"/>
            <a:ext cx="3589258" cy="2571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725" i="0" b="1" spc="172">
                <a:solidFill>
                  <a:srgbClr val="1A1714"/>
                </a:solidFill>
                <a:latin typeface="Archivo"/>
                <a:ea typeface="Archivo"/>
                <a:cs typeface="Archivo"/>
              </a:rPr>
              <a:t>SAVE THE DATE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82075" y="16078200"/>
            <a:ext cx="716280" cy="2952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950" i="0" b="0">
                <a:solidFill>
                  <a:srgbClr val="BC5B36"/>
                </a:solidFill>
                <a:latin typeface="Archivo"/>
                <a:ea typeface="Archivo"/>
                <a:cs typeface="Archivo"/>
              </a:rPr>
              <a:t>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3799" y="17192625"/>
            <a:ext cx="6639401" cy="18097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ctr"/>
            <a:r>
              <a:rPr sz="1200" i="0" b="0" spc="240">
                <a:solidFill>
                  <a:srgbClr val="8A7E6F"/>
                </a:solidFill>
                <a:latin typeface="Space Mono"/>
                <a:ea typeface="Space Mono"/>
                <a:cs typeface="Space Mono"/>
              </a:rPr>
              <a:t>@STUDIOMAEVE  ◆  STUDIOMAEVE.COM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