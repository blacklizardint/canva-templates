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5462" y="6000750"/>
            <a:ext cx="4246483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10-source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