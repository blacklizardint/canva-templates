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571500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9705975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05975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89618" y="5652784"/>
            <a:ext cx="107763" cy="107763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5462" y="6030516"/>
            <a:ext cx="4246483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81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3945" y="6563916"/>
            <a:ext cx="2715339" cy="24526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2100" i="1" b="0">
                <a:solidFill>
                  <a:srgbClr val="8A7E6F"/>
                </a:solidFill>
                <a:latin typeface="Fraunces"/>
                <a:ea typeface="Fraunces"/>
                <a:cs typeface="Fraunces"/>
              </a:rPr>
              <a:t>Studio Maeve</a:t>
            </a:r>
          </a:p>
        </p:txBody>
      </p:sp>
      <p:pic>
        <p:nvPicPr>
          <p:cNvPr id="10" name="Picture 9" descr="atelier-h10-sources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77816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