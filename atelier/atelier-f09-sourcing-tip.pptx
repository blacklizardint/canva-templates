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750171"/>
            <a:ext cx="2991743" cy="3810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750171"/>
            <a:ext cx="2991743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4121646"/>
            <a:ext cx="2991743" cy="952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3750171"/>
            <a:ext cx="9525" cy="3810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48968" y="3750171"/>
            <a:ext cx="9525" cy="38100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2016" y="3893525"/>
            <a:ext cx="94293" cy="94293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5595640"/>
            <a:ext cx="19050" cy="721965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3352" y="814388"/>
            <a:ext cx="220003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09 · SOURCING 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873996"/>
            <a:ext cx="4177189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198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TIP OF THE WEEK · SOURCING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416921"/>
            <a:ext cx="14706600" cy="8548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66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Mix high and low, always.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" y="5595640"/>
            <a:ext cx="6858000" cy="7219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200" i="0" b="0">
                <a:solidFill>
                  <a:srgbClr val="D2CEC8"/>
                </a:solidFill>
                <a:latin typeface="Archivo"/>
                <a:ea typeface="Archivo"/>
                <a:cs typeface="Archivo"/>
              </a:rPr>
              <a:t>One investment piece, then thrift the rest. A vintage table under a high-street lamp; an heirloom rug beneath a flat-pack sofa. The tension between old and new is what makes a room feel collected, not decorated.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6603355"/>
            <a:ext cx="147066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A09D98"/>
                </a:solidFill>
                <a:latin typeface="Archivo"/>
                <a:ea typeface="Archivo"/>
                <a:cs typeface="Archivo"/>
              </a:rPr>
              <a:t>— A note from Maeve Sullivan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C2BEB9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538" y="9515475"/>
            <a:ext cx="27965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GET THE SOURCEBOOK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