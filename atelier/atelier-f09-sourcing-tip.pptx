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1276350"/>
            <a:ext cx="8953500" cy="9525"/>
          </a:xfrm>
          <a:prstGeom prst="rect">
            <a:avLst/>
          </a:prstGeom>
          <a:solidFill>
            <a:srgbClr val="423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666750"/>
            <a:ext cx="40005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1057275"/>
            <a:ext cx="40005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50" y="666750"/>
            <a:ext cx="9525" cy="40005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7275" y="666750"/>
            <a:ext cx="9525" cy="40005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6750" y="3750171"/>
            <a:ext cx="2991743" cy="38100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3750171"/>
            <a:ext cx="2991743" cy="9525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6750" y="4121646"/>
            <a:ext cx="2991743" cy="9525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6750" y="3750171"/>
            <a:ext cx="9525" cy="38100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48968" y="3750171"/>
            <a:ext cx="9525" cy="38100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2016" y="3893525"/>
            <a:ext cx="94293" cy="94293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6750" y="5595640"/>
            <a:ext cx="19050" cy="721965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6750" y="9315450"/>
            <a:ext cx="8953500" cy="9525"/>
          </a:xfrm>
          <a:prstGeom prst="rect">
            <a:avLst/>
          </a:prstGeom>
          <a:solidFill>
            <a:srgbClr val="423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914" y="9527452"/>
            <a:ext cx="80822" cy="80822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3814" y="795338"/>
            <a:ext cx="742236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0150" y="723900"/>
            <a:ext cx="2764869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STUDIO MAEVE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0150" y="923925"/>
            <a:ext cx="2764869" cy="857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00" i="0" b="0" spc="108">
                <a:solidFill>
                  <a:srgbClr val="A09D98"/>
                </a:solidFill>
                <a:latin typeface="Space Mono"/>
                <a:ea typeface="Space Mono"/>
                <a:cs typeface="Space Mono"/>
              </a:rPr>
              <a:t>INTERIOR DESIGN &amp; STYLING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83352" y="814388"/>
            <a:ext cx="2200037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09 · SOURCING TIP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800" y="3873996"/>
            <a:ext cx="4177189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1" spc="198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TIP OF THE WEEK · SOURCING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" y="4416921"/>
            <a:ext cx="14706600" cy="85486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2000"/>
              </a:lnSpc>
            </a:pPr>
            <a:r>
              <a:rPr sz="660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Mix high and low, always.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450" y="5595640"/>
            <a:ext cx="6858000" cy="7219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8000"/>
              </a:lnSpc>
            </a:pPr>
            <a:r>
              <a:rPr sz="1200" i="0" b="0">
                <a:solidFill>
                  <a:srgbClr val="D2CEC8"/>
                </a:solidFill>
                <a:latin typeface="Archivo"/>
                <a:ea typeface="Archivo"/>
                <a:cs typeface="Archivo"/>
              </a:rPr>
              <a:t>One investment piece, then thrift the rest. A vintage table under a high-street lamp; an heirloom rug beneath a flat-pack sofa. The tension between old and new is what makes a room feel collected, not decorated.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" y="6603355"/>
            <a:ext cx="14706600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0">
                <a:solidFill>
                  <a:srgbClr val="A09D98"/>
                </a:solidFill>
                <a:latin typeface="Archivo"/>
                <a:ea typeface="Archivo"/>
                <a:cs typeface="Archivo"/>
              </a:rPr>
              <a:t>— A note from Maeve Sullivan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675" y="9515475"/>
            <a:ext cx="3865245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20">
                <a:solidFill>
                  <a:srgbClr val="C2BEB9"/>
                </a:solidFill>
                <a:latin typeface="Space Mono"/>
                <a:ea typeface="Space Mono"/>
                <a:cs typeface="Space Mono"/>
              </a:rPr>
              <a:t>@STUDIOMAEVE · STUDIOMAEVE.COM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10538" y="9515475"/>
            <a:ext cx="279654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165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GET THE SOURCEBOOK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