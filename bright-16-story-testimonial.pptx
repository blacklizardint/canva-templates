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03328" y="16535400"/>
            <a:ext cx="228034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03328" y="17021175"/>
            <a:ext cx="228034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03328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74147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1905000" y="5334000"/>
            <a:ext cx="14097000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50000"/>
              </a:lnSpc>
            </a:pPr>
            <a:r>
              <a:rPr sz="67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8250" y="5991225"/>
            <a:ext cx="7810500" cy="145821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2000"/>
              </a:lnSpc>
            </a:pPr>
            <a:r>
              <a:rPr sz="43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made selling feel calm and clear from day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1905000" y="7868543"/>
            <a:ext cx="140970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950" i="0" b="0" spc="600">
                <a:solidFill>
                  <a:srgbClr val="97A98C"/>
                </a:solidFill>
                <a:latin typeface="Lato"/>
                <a:ea typeface="Lato"/>
                <a:cs typeface="Lato"/>
              </a:rPr>
              <a:t>★★★★★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8440043"/>
            <a:ext cx="140970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29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JENNA &amp; COLE 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3328" y="16535400"/>
            <a:ext cx="2280345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YOUR TURN NEXT?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