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EDE7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57250" y="1504950"/>
            <a:ext cx="8572500" cy="9525"/>
          </a:xfrm>
          <a:prstGeom prst="rect">
            <a:avLst/>
          </a:prstGeom>
          <a:solidFill>
            <a:srgbClr val="BEC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57250" y="866775"/>
            <a:ext cx="381000" cy="381000"/>
          </a:xfrm>
          <a:prstGeom prst="ellipse">
            <a:avLst/>
          </a:prstGeom>
          <a:noFill/>
          <a:ln w="9525">
            <a:solidFill>
              <a:srgbClr val="97A9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503563" y="16221075"/>
            <a:ext cx="3279725" cy="9525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503563" y="16935450"/>
            <a:ext cx="3279725" cy="9525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503563" y="16221075"/>
            <a:ext cx="9525" cy="723900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773763" y="16221075"/>
            <a:ext cx="9525" cy="723900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9162" y="971550"/>
            <a:ext cx="792480" cy="1714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1350" i="0" b="0">
                <a:solidFill>
                  <a:srgbClr val="97A98C"/>
                </a:solidFill>
                <a:latin typeface="Cormorant Garamond"/>
                <a:ea typeface="Cormorant Garamond"/>
                <a:cs typeface="Cormorant Garamond"/>
              </a:rPr>
              <a:t>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0650" y="857250"/>
            <a:ext cx="3282315" cy="2286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1800" i="0" b="0">
                <a:solidFill>
                  <a:srgbClr val="33322E"/>
                </a:solidFill>
                <a:latin typeface="Cormorant Garamond"/>
                <a:ea typeface="Cormorant Garamond"/>
                <a:cs typeface="Cormorant Garamond"/>
              </a:rPr>
              <a:t>Maya Ellison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90650" y="1133475"/>
            <a:ext cx="3282315" cy="1238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637" i="0" b="0" spc="216">
                <a:solidFill>
                  <a:srgbClr val="8A867E"/>
                </a:solidFill>
                <a:latin typeface="Poppins"/>
                <a:ea typeface="Poppins"/>
                <a:cs typeface="Poppins"/>
              </a:rPr>
              <a:t>REALTOR®  |  MODERN LIVING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-1905000" y="5334000"/>
            <a:ext cx="14097000" cy="4286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ct val="50000"/>
              </a:lnSpc>
            </a:pPr>
            <a:r>
              <a:rPr sz="6750" i="0" b="0">
                <a:solidFill>
                  <a:srgbClr val="97A98C"/>
                </a:solidFill>
                <a:latin typeface="Cormorant Garamond"/>
                <a:ea typeface="Cormorant Garamond"/>
                <a:cs typeface="Cormorant Garamond"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8250" y="5991225"/>
            <a:ext cx="7810500" cy="145821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32000"/>
              </a:lnSpc>
            </a:pPr>
            <a:r>
              <a:rPr sz="4350" i="1" b="0">
                <a:solidFill>
                  <a:srgbClr val="33322E"/>
                </a:solidFill>
                <a:latin typeface="Cormorant Garamond"/>
                <a:ea typeface="Cormorant Garamond"/>
                <a:cs typeface="Cormorant Garamond"/>
              </a:rPr>
              <a:t>Maya made selling feel calm and clear from day one.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-1905000" y="7868543"/>
            <a:ext cx="14097000" cy="3048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1950" i="0" b="0" spc="600">
                <a:solidFill>
                  <a:srgbClr val="97A98C"/>
                </a:solidFill>
                <a:latin typeface="Lato"/>
                <a:ea typeface="Lato"/>
                <a:cs typeface="Lato"/>
              </a:rPr>
              <a:t>★★★★★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-1905000" y="8478143"/>
            <a:ext cx="14097000" cy="2571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1350" i="0" b="0" spc="351">
                <a:solidFill>
                  <a:srgbClr val="8A867E"/>
                </a:solidFill>
                <a:latin typeface="Poppins"/>
                <a:ea typeface="Poppins"/>
                <a:cs typeface="Poppins"/>
              </a:rPr>
              <a:t>JENNA &amp; COLE 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03563" y="16221075"/>
            <a:ext cx="3279725" cy="7239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500" i="0" b="0" spc="390">
                <a:solidFill>
                  <a:srgbClr val="97A98C"/>
                </a:solidFill>
                <a:latin typeface="Poppins"/>
                <a:ea typeface="Poppins"/>
                <a:cs typeface="Poppins"/>
              </a:rPr>
              <a:t>YOUR TURN NEXT?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-1905000" y="17211675"/>
            <a:ext cx="14097000" cy="2190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1125" i="0" b="0" spc="292">
                <a:solidFill>
                  <a:srgbClr val="8A867E"/>
                </a:solidFill>
                <a:latin typeface="Poppins"/>
                <a:ea typeface="Poppins"/>
                <a:cs typeface="Poppins"/>
              </a:rPr>
              <a:t>@MAYAELLISON · MAYAELLISON.COM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