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EDE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7250" y="1504950"/>
            <a:ext cx="8572500" cy="9525"/>
          </a:xfrm>
          <a:prstGeom prst="rect">
            <a:avLst/>
          </a:prstGeom>
          <a:solidFill>
            <a:srgbClr val="BEC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7250" y="866775"/>
            <a:ext cx="381000" cy="381000"/>
          </a:xfrm>
          <a:prstGeom prst="ellipse">
            <a:avLst/>
          </a:prstGeom>
          <a:noFill/>
          <a:ln w="9525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03328" y="16535400"/>
            <a:ext cx="2280345" cy="9525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03328" y="17021175"/>
            <a:ext cx="2280345" cy="9525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003328" y="16535400"/>
            <a:ext cx="9525" cy="495300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74147" y="16535400"/>
            <a:ext cx="9525" cy="495300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9162" y="971550"/>
            <a:ext cx="792480" cy="171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350" i="0" b="0">
                <a:solidFill>
                  <a:srgbClr val="97A98C"/>
                </a:solidFill>
                <a:latin typeface="Cormorant Garamond"/>
                <a:ea typeface="Cormorant Garamond"/>
                <a:cs typeface="Cormorant Garamond"/>
              </a:rPr>
              <a:t>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0650" y="857250"/>
            <a:ext cx="3282315" cy="2286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800" i="0" b="0">
                <a:solidFill>
                  <a:srgbClr val="33322E"/>
                </a:solidFill>
                <a:latin typeface="Cormorant Garamond"/>
                <a:ea typeface="Cormorant Garamond"/>
                <a:cs typeface="Cormorant Garamond"/>
              </a:rPr>
              <a:t>Maya Ellison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0650" y="1133475"/>
            <a:ext cx="3282315" cy="123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37" i="0" b="0" spc="216">
                <a:solidFill>
                  <a:srgbClr val="8A867E"/>
                </a:solidFill>
                <a:latin typeface="Poppins"/>
                <a:ea typeface="Poppins"/>
                <a:cs typeface="Poppins"/>
              </a:rPr>
              <a:t>REALTOR®  |  MODERN LIVING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-1905000" y="5334000"/>
            <a:ext cx="14097000" cy="4286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50000"/>
              </a:lnSpc>
            </a:pPr>
            <a:r>
              <a:rPr sz="6750" i="0" b="0">
                <a:solidFill>
                  <a:srgbClr val="97A98C"/>
                </a:solidFill>
                <a:latin typeface="Cormorant Garamond"/>
                <a:ea typeface="Cormorant Garamond"/>
                <a:cs typeface="Cormorant Garamond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8250" y="5991225"/>
            <a:ext cx="7810500" cy="145821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32000"/>
              </a:lnSpc>
            </a:pPr>
            <a:r>
              <a:rPr sz="4350" i="1" b="0">
                <a:solidFill>
                  <a:srgbClr val="33322E"/>
                </a:solidFill>
                <a:latin typeface="Cormorant Garamond"/>
                <a:ea typeface="Cormorant Garamond"/>
                <a:cs typeface="Cormorant Garamond"/>
              </a:rPr>
              <a:t>Maya made selling feel calm and clear from day one.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-1905000" y="7868543"/>
            <a:ext cx="14097000" cy="3048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1950" i="0" b="0" spc="600">
                <a:solidFill>
                  <a:srgbClr val="97A98C"/>
                </a:solidFill>
                <a:latin typeface="Lato"/>
                <a:ea typeface="Lato"/>
                <a:cs typeface="Lato"/>
              </a:rPr>
              <a:t>★★★★★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-1905000" y="8440043"/>
            <a:ext cx="14097000" cy="1905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975" i="0" b="0" spc="292">
                <a:solidFill>
                  <a:srgbClr val="8A867E"/>
                </a:solidFill>
                <a:latin typeface="Poppins"/>
                <a:ea typeface="Poppins"/>
                <a:cs typeface="Poppins"/>
              </a:rPr>
              <a:t>JENNA &amp; COLE 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03328" y="16535400"/>
            <a:ext cx="2280345" cy="4953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900" i="0" b="0" spc="270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YOUR TURN NEXT?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-1905000" y="17278350"/>
            <a:ext cx="14097000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750" i="0" b="0" spc="210">
                <a:solidFill>
                  <a:srgbClr val="8A867E"/>
                </a:solidFill>
                <a:latin typeface="Poppins"/>
                <a:ea typeface="Poppins"/>
                <a:cs typeface="Poppins"/>
              </a:rPr>
              <a:t>@MAYAELLISON · MAYAELLISON.COM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