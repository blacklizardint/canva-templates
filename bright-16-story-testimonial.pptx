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724025"/>
            <a:ext cx="8572500" cy="9525"/>
          </a:xfrm>
          <a:prstGeom prst="rect">
            <a:avLst/>
          </a:prstGeom>
          <a:solidFill>
            <a:srgbClr val="BE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7250" y="976312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25391" y="16011525"/>
            <a:ext cx="403607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125391" y="16859250"/>
            <a:ext cx="403607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125391" y="16011525"/>
            <a:ext cx="9525" cy="85725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51936" y="16011525"/>
            <a:ext cx="9525" cy="85725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2019" y="1076325"/>
            <a:ext cx="81534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425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0650" y="857250"/>
            <a:ext cx="5962650" cy="266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21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1200150"/>
            <a:ext cx="596265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313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-1905000" y="5334000"/>
            <a:ext cx="14097000" cy="4286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50000"/>
              </a:lnSpc>
            </a:pPr>
            <a:r>
              <a:rPr sz="67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8250" y="5991225"/>
            <a:ext cx="7810500" cy="145821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2000"/>
              </a:lnSpc>
            </a:pPr>
            <a:r>
              <a:rPr sz="43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made selling feel calm and clear from day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1905000" y="7868543"/>
            <a:ext cx="14097000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950" i="0" b="0" spc="600">
                <a:solidFill>
                  <a:srgbClr val="97A98C"/>
                </a:solidFill>
                <a:latin typeface="Lato"/>
                <a:ea typeface="Lato"/>
                <a:cs typeface="Lato"/>
              </a:rPr>
              <a:t>★★★★★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1905000" y="8497193"/>
            <a:ext cx="1409700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313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JENNA &amp; COLE 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5391" y="16011525"/>
            <a:ext cx="4036070" cy="8572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2025" i="0" b="0" spc="44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YOUR TURN NEXT?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1905000" y="17154525"/>
            <a:ext cx="1409700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313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