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2314575"/>
            <a:ext cx="4743450" cy="276225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14575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5067300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31457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91175" y="231457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8977" y="3143250"/>
            <a:ext cx="6096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8977" y="3743325"/>
            <a:ext cx="6096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8977" y="3143250"/>
            <a:ext cx="9525" cy="6096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9052" y="3143250"/>
            <a:ext cx="9525" cy="6096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29300" y="2314575"/>
            <a:ext cx="4743450" cy="276225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29300" y="2314575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29300" y="5067300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29300" y="231457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3225" y="231457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8602" y="3429000"/>
            <a:ext cx="5334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8602" y="3952875"/>
            <a:ext cx="5334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8602" y="3429000"/>
            <a:ext cx="9525" cy="5334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32477" y="3429000"/>
            <a:ext cx="9525" cy="5334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250" y="5305425"/>
            <a:ext cx="4743450" cy="276225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7250" y="5305425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7250" y="8058150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7250" y="530542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91175" y="530542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71775" y="6229350"/>
            <a:ext cx="91440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71775" y="7134225"/>
            <a:ext cx="91440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71775" y="6229350"/>
            <a:ext cx="9525" cy="9144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76650" y="6229350"/>
            <a:ext cx="9525" cy="9144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29300" y="5305425"/>
            <a:ext cx="4743450" cy="2762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29300" y="5305425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29300" y="8058150"/>
            <a:ext cx="4743450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29300" y="530542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63225" y="5305425"/>
            <a:ext cx="9525" cy="276225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250" y="762000"/>
            <a:ext cx="15925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THE MARKS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1009650"/>
            <a:ext cx="15925800" cy="923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Logo lockups.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4189" y="3309938"/>
            <a:ext cx="1019175" cy="276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217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4522" y="3886200"/>
            <a:ext cx="3388757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5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225" y="4819650"/>
            <a:ext cx="2629852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01 · PRIMARY STACKED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31110" y="4819650"/>
            <a:ext cx="1322784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162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ON SHELL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3256" y="3576638"/>
            <a:ext cx="931307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7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2" y="3514725"/>
            <a:ext cx="3388757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0275" y="4819650"/>
            <a:ext cx="2038112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02 · HORIZONTAL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03160" y="4819650"/>
            <a:ext cx="1322784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162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ON SHELL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407" y="6477000"/>
            <a:ext cx="1349216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33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8225" y="7810500"/>
            <a:ext cx="2863215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03 · MONOGRAM ON PLUM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4986" y="7810500"/>
            <a:ext cx="1236583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162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ON PLUM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95232" y="6462712"/>
            <a:ext cx="3919538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10275" y="7810500"/>
            <a:ext cx="2500312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04 · WORDMARK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98546" y="7810500"/>
            <a:ext cx="1330166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162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ON WHITE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