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286500"/>
            <a:ext cx="2793950" cy="19812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286500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258175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46425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6450" y="6286500"/>
            <a:ext cx="2794099" cy="19812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6450" y="6286500"/>
            <a:ext cx="2794099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6450" y="8258175"/>
            <a:ext cx="2794099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6450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1025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31050" y="6286500"/>
            <a:ext cx="2793950" cy="19812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31050" y="6286500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1050" y="8258175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31050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6286500"/>
            <a:ext cx="9525" cy="19812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0287000"/>
            <a:ext cx="8763000" cy="9525"/>
          </a:xfrm>
          <a:prstGeom prst="rect">
            <a:avLst/>
          </a:prstGeom>
          <a:solidFill>
            <a:srgbClr val="CDC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840075"/>
            <a:ext cx="2485876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2485876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840075"/>
            <a:ext cx="9525" cy="5429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38351" y="15840075"/>
            <a:ext cx="9525" cy="5429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1493" y="16057656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1529" y="938212"/>
            <a:ext cx="328255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4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15 · OPEN 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2057400" y="2286000"/>
            <a:ext cx="144018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1" spc="35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2619375"/>
            <a:ext cx="14401800" cy="1209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Open House.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99045" y="6581775"/>
            <a:ext cx="4516041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99045" y="7858125"/>
            <a:ext cx="451604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47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5361" y="6581775"/>
            <a:ext cx="4516279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5361" y="7858125"/>
            <a:ext cx="4516279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47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004" y="6581775"/>
            <a:ext cx="4516041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004" y="7858125"/>
            <a:ext cx="451604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47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-2057400" y="10620375"/>
            <a:ext cx="14401800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47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THE ADDRESS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-2057400" y="10848975"/>
            <a:ext cx="14401800" cy="485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30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057400" y="11391900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Santa Lucia, California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-2057400" y="11715750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Saturday · 1—4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6825" y="16035338"/>
            <a:ext cx="266676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231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28776" y="16021050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-2057400" y="17306925"/>
            <a:ext cx="14401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64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