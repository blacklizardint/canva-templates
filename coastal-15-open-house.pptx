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6286500"/>
            <a:ext cx="2793950" cy="2209800"/>
          </a:xfrm>
          <a:prstGeom prst="rect">
            <a:avLst/>
          </a:prstGeom>
          <a:solidFill>
            <a:srgbClr val="FB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6286500"/>
            <a:ext cx="279395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8486775"/>
            <a:ext cx="279395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6286500"/>
            <a:ext cx="9525" cy="220980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46425" y="6286500"/>
            <a:ext cx="9525" cy="220980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6450" y="6286500"/>
            <a:ext cx="2794099" cy="2209800"/>
          </a:xfrm>
          <a:prstGeom prst="rect">
            <a:avLst/>
          </a:prstGeom>
          <a:solidFill>
            <a:srgbClr val="FB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6450" y="6286500"/>
            <a:ext cx="2794099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6450" y="8486775"/>
            <a:ext cx="2794099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6450" y="6286500"/>
            <a:ext cx="9525" cy="220980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1025" y="6286500"/>
            <a:ext cx="9525" cy="220980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31050" y="6286500"/>
            <a:ext cx="2793950" cy="2209800"/>
          </a:xfrm>
          <a:prstGeom prst="rect">
            <a:avLst/>
          </a:prstGeom>
          <a:solidFill>
            <a:srgbClr val="FB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31050" y="6286500"/>
            <a:ext cx="279395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31050" y="8486775"/>
            <a:ext cx="279395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31050" y="6286500"/>
            <a:ext cx="9525" cy="220980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15475" y="6286500"/>
            <a:ext cx="9525" cy="220980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" y="10287000"/>
            <a:ext cx="8763000" cy="9525"/>
          </a:xfrm>
          <a:prstGeom prst="rect">
            <a:avLst/>
          </a:prstGeom>
          <a:solidFill>
            <a:srgbClr val="CDC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000" y="15516225"/>
            <a:ext cx="3964335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16373475"/>
            <a:ext cx="3964335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2000" y="15516225"/>
            <a:ext cx="9525" cy="86677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16810" y="15516225"/>
            <a:ext cx="9525" cy="86677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17693" y="15895731"/>
            <a:ext cx="107763" cy="107763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9242" y="885825"/>
            <a:ext cx="86510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1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MV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7485" y="885825"/>
            <a:ext cx="5529024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 spc="370">
                <a:solidFill>
                  <a:srgbClr val="332C46"/>
                </a:solidFill>
                <a:latin typeface="Hanken Grotesk"/>
                <a:ea typeface="Hanken Grotesk"/>
                <a:cs typeface="Hanken Grotesk"/>
              </a:rPr>
              <a:t>STORY 15 · OPEN HOUSE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2057400" y="2286000"/>
            <a:ext cx="1440180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650" i="0" b="1" spc="462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YOU’RE INVITED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2057400" y="2724150"/>
            <a:ext cx="14401800" cy="1209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0" i="1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Open House.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-99045" y="6619875"/>
            <a:ext cx="4516041" cy="1219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9600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-99045" y="7953375"/>
            <a:ext cx="4516041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1" spc="313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5361" y="6619875"/>
            <a:ext cx="4516279" cy="1219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9600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5361" y="7953375"/>
            <a:ext cx="4516279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1" spc="313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HOURS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0004" y="6619875"/>
            <a:ext cx="4516041" cy="1219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9600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45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0004" y="7953375"/>
            <a:ext cx="4516041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1" spc="313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MINUTES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-2057400" y="10620375"/>
            <a:ext cx="144018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1" spc="313">
                <a:solidFill>
                  <a:srgbClr val="8A8090"/>
                </a:solidFill>
                <a:latin typeface="Hanken Grotesk"/>
                <a:ea typeface="Hanken Grotesk"/>
                <a:cs typeface="Hanken Grotesk"/>
              </a:rPr>
              <a:t>THE ADDRESS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-2057400" y="10963275"/>
            <a:ext cx="14401800" cy="523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600" i="1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17 Tidewater Lane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-2057400" y="11563350"/>
            <a:ext cx="144018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>
                <a:solidFill>
                  <a:srgbClr val="8A8090"/>
                </a:solidFill>
                <a:latin typeface="Hanken Grotesk"/>
                <a:ea typeface="Hanken Grotesk"/>
                <a:cs typeface="Hanken Grotesk"/>
              </a:rPr>
              <a:t>Santa Lucia, California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-2057400" y="11925300"/>
            <a:ext cx="14401800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10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Saturday · 1—4 PM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62075" y="15801975"/>
            <a:ext cx="4575096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364">
                <a:solidFill>
                  <a:srgbClr val="332C46"/>
                </a:solidFill>
                <a:latin typeface="Hanken Grotesk"/>
                <a:ea typeface="Hanken Grotesk"/>
                <a:cs typeface="Hanken Grotesk"/>
              </a:rPr>
              <a:t>SAVE THE DATE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35785" y="15792450"/>
            <a:ext cx="73152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-2057400" y="17211675"/>
            <a:ext cx="14401800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1" spc="370">
                <a:solidFill>
                  <a:srgbClr val="332C46"/>
                </a:solidFill>
                <a:latin typeface="Hanken Grotesk"/>
                <a:ea typeface="Hanken Grotesk"/>
                <a:cs typeface="Hanken Grotesk"/>
              </a:rPr>
              <a:t>@MARISOLVANCE  ◆  MARISOLVANCE.COM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