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6286500"/>
            <a:ext cx="2793950" cy="2143125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6286500"/>
            <a:ext cx="279395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8420100"/>
            <a:ext cx="279395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6286500"/>
            <a:ext cx="9525" cy="21431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6425" y="6286500"/>
            <a:ext cx="9525" cy="21431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6450" y="6286500"/>
            <a:ext cx="2794099" cy="2143125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6450" y="6286500"/>
            <a:ext cx="2794099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6450" y="8420100"/>
            <a:ext cx="2794099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6450" y="6286500"/>
            <a:ext cx="9525" cy="21431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1025" y="6286500"/>
            <a:ext cx="9525" cy="21431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31050" y="6286500"/>
            <a:ext cx="2793950" cy="2143125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31050" y="6286500"/>
            <a:ext cx="279395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1050" y="8420100"/>
            <a:ext cx="279395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31050" y="6286500"/>
            <a:ext cx="9525" cy="21431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15475" y="6286500"/>
            <a:ext cx="9525" cy="21431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10287000"/>
            <a:ext cx="87630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5621000"/>
            <a:ext cx="3362027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16373475"/>
            <a:ext cx="3362027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15621000"/>
            <a:ext cx="9525" cy="762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502" y="15621000"/>
            <a:ext cx="9525" cy="762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9593" y="15948118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7443" y="904875"/>
            <a:ext cx="492109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1" spc="36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STORY 15 · OPEN 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2057400" y="2286000"/>
            <a:ext cx="144018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575" i="0" b="1" spc="47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YOU’RE INVITED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2057400" y="2705100"/>
            <a:ext cx="14401800" cy="1209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Open House.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99045" y="6619875"/>
            <a:ext cx="4516041" cy="1219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6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99045" y="7934325"/>
            <a:ext cx="4516041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1" spc="29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5361" y="6619875"/>
            <a:ext cx="4516279" cy="1219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6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5361" y="7934325"/>
            <a:ext cx="4516279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1" spc="29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004" y="6619875"/>
            <a:ext cx="4516041" cy="1219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6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0004" y="7934325"/>
            <a:ext cx="4516041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1" spc="29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MINUTES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2057400" y="10620375"/>
            <a:ext cx="1440180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1" spc="312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ADDRESS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-2057400" y="10925175"/>
            <a:ext cx="14401800" cy="523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6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057400" y="11525250"/>
            <a:ext cx="144018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Santa Lucia, California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2057400" y="11887200"/>
            <a:ext cx="1440180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1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Saturday · 1—4 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3975" y="15878175"/>
            <a:ext cx="3885724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 spc="33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SAVE THE 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66827" y="15911512"/>
            <a:ext cx="57912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-2057400" y="17249775"/>
            <a:ext cx="1440180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1" spc="36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