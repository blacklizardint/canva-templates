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09700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77152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35437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84813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9134475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2000" y="9415462"/>
            <a:ext cx="66675" cy="66675"/>
          </a:xfrm>
          <a:prstGeom prst="ellipse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341" y="876300"/>
            <a:ext cx="80367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 spc="27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76200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103822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1348" y="914400"/>
            <a:ext cx="2178844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5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11 · NEW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1699" y="2116931"/>
            <a:ext cx="2143601" cy="1190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NEW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057400" y="2559844"/>
            <a:ext cx="14401800" cy="18820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5000"/>
              </a:lnSpc>
            </a:pPr>
            <a:r>
              <a:rPr sz="78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Price</a:t>
            </a:r>
          </a:p>
          <a:p>
            <a:pPr algn="ctr">
              <a:lnSpc>
                <a:spcPct val="95000"/>
              </a:lnSpc>
            </a:pPr>
            <a:r>
              <a:rPr sz="78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Improved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4575" y="4884837"/>
            <a:ext cx="2667000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$769,000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370" y="4941987"/>
            <a:ext cx="746760" cy="3333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800" i="0" b="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475" y="4803874"/>
            <a:ext cx="3581400" cy="609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200" i="0" b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$740,000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057400" y="5737324"/>
            <a:ext cx="144018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75" i="0" b="0" spc="195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117 LARKSPUR LANE · AUSTIN, 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" y="9372600"/>
            <a:ext cx="42174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1520" y="9372600"/>
            <a:ext cx="302656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DM FOR A PRIVATE TOUR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