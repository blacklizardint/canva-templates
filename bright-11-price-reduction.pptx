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409700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2000" y="77152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735437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84813" y="2171700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134475"/>
            <a:ext cx="87630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9415462"/>
            <a:ext cx="66675" cy="66675"/>
          </a:xfrm>
          <a:prstGeom prst="ellipse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0341" y="876300"/>
            <a:ext cx="80367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 spc="27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76200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5400" y="103822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1348" y="914400"/>
            <a:ext cx="2178844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75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11 · NEW 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1699" y="2116931"/>
            <a:ext cx="2143601" cy="1190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100000"/>
              </a:lnSpc>
            </a:pPr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NEW PRICE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2057400" y="2559844"/>
            <a:ext cx="14401800" cy="18820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Price</a:t>
            </a:r>
          </a:p>
          <a:p>
            <a:pPr algn="ctr">
              <a:lnSpc>
                <a:spcPct val="95000"/>
              </a:lnSpc>
            </a:pPr>
            <a:r>
              <a:rPr sz="78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Improved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14575" y="4884837"/>
            <a:ext cx="26670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8A867E"/>
                </a:solidFill>
                <a:latin typeface="Cormorant Garamond"/>
                <a:ea typeface="Cormorant Garamond"/>
                <a:cs typeface="Cormorant Garamond"/>
              </a:rPr>
              <a:t>$769,000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4370" y="4941987"/>
            <a:ext cx="746760" cy="3333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800" i="0" b="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475" y="4803874"/>
            <a:ext cx="3581400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200" i="0" b="1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057400" y="5737324"/>
            <a:ext cx="144018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195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AUSTIN, 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2975" y="9372600"/>
            <a:ext cx="4217432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1520" y="9372600"/>
            <a:ext cx="3026569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750" i="0" b="0" spc="195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DM FOR A PRIVATE TOUR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