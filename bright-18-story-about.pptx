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77109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42992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0038" y="16535400"/>
            <a:ext cx="2066925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0038" y="17021175"/>
            <a:ext cx="2066925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0038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7438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8419" y="5376862"/>
            <a:ext cx="2010013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ABOUT 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9129712"/>
            <a:ext cx="14097000" cy="952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64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10196512"/>
            <a:ext cx="140970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28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14500" y="10653712"/>
            <a:ext cx="6858000" cy="615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70000"/>
              </a:lnSpc>
            </a:pPr>
            <a:r>
              <a:rPr sz="1425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Modern marketing, honest guidance, and a calm hand through every step of your move.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0038" y="16535400"/>
            <a:ext cx="2066925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LET’S CONNECT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pic>
        <p:nvPicPr>
          <p:cNvPr id="20" name="Picture 19" descr="bright-18-story-about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0" y="5929312"/>
            <a:ext cx="2857500" cy="2857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