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77109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42992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14750" y="5929312"/>
            <a:ext cx="2857500" cy="28575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14750" y="5929312"/>
            <a:ext cx="2857500" cy="9525"/>
          </a:xfrm>
          <a:prstGeom prst="rect">
            <a:avLst/>
          </a:prstGeom>
          <a:solidFill>
            <a:srgbClr val="CBCE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14750" y="8777288"/>
            <a:ext cx="2857500" cy="9525"/>
          </a:xfrm>
          <a:prstGeom prst="rect">
            <a:avLst/>
          </a:prstGeom>
          <a:solidFill>
            <a:srgbClr val="CBCE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14750" y="5929312"/>
            <a:ext cx="9525" cy="2857500"/>
          </a:xfrm>
          <a:prstGeom prst="rect">
            <a:avLst/>
          </a:prstGeom>
          <a:solidFill>
            <a:srgbClr val="CBCE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2725" y="5929312"/>
            <a:ext cx="9525" cy="2857500"/>
          </a:xfrm>
          <a:prstGeom prst="rect">
            <a:avLst/>
          </a:prstGeom>
          <a:solidFill>
            <a:srgbClr val="CBCE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0038" y="16535400"/>
            <a:ext cx="20669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0038" y="17021175"/>
            <a:ext cx="20669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003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743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8419" y="5376862"/>
            <a:ext cx="201001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ABOUT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6537" y="7277100"/>
            <a:ext cx="1653778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HEADSHOT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905000" y="9129712"/>
            <a:ext cx="14097000" cy="952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4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0196512"/>
            <a:ext cx="140970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8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14500" y="10653712"/>
            <a:ext cx="6858000" cy="615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4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Modern marketing, honest guidance, and a calm hand through every step of your move.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0038" y="16535400"/>
            <a:ext cx="2066925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LET’S CONNECT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