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8040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12210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3822" y="16221075"/>
            <a:ext cx="2939355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3822" y="16935450"/>
            <a:ext cx="2939355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73822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03653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864" y="5334000"/>
            <a:ext cx="2551271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0" spc="48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ABOUT 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9172575"/>
            <a:ext cx="14097000" cy="952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4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05000" y="10258425"/>
            <a:ext cx="14097000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3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10820400"/>
            <a:ext cx="7429500" cy="7771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70000"/>
              </a:lnSpc>
            </a:pPr>
            <a:r>
              <a:rPr sz="1800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Modern marketing, honest guidance, and a calm hand through every step of your 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3822" y="16221075"/>
            <a:ext cx="2939355" cy="7239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i="0" b="0" spc="39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LET’S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905000" y="17211675"/>
            <a:ext cx="140970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9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pic>
        <p:nvPicPr>
          <p:cNvPr id="20" name="Picture 19" descr="bright-18-story-abou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5972175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