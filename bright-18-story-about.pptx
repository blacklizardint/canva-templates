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828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right-18-story-ab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0287000" cy="1828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