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08499" y="5460206"/>
            <a:ext cx="6667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11751" y="5460206"/>
            <a:ext cx="6667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621000"/>
            <a:ext cx="4466183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4466183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8658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9593" y="15948118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165" y="904875"/>
            <a:ext cx="459033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14 · JUST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8119" y="5349478"/>
            <a:ext cx="2290762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575" i="0" b="1" spc="47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863828"/>
            <a:ext cx="14401800" cy="18621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85000"/>
              </a:lnSpc>
            </a:pPr>
            <a:r>
              <a:rPr sz="17250" i="0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7878366"/>
            <a:ext cx="14401800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7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Above asking. Closed in 11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295400" y="8621316"/>
            <a:ext cx="12877800" cy="390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875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Congratulations to the new owners of 17 Tidewater Lane.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316641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1" spc="312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LISTED &amp; CLOSED BY MARISOL VANCE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3975" y="15878175"/>
            <a:ext cx="5652373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33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THINKING OF SELLING?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0983" y="15911512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2057400" y="17249775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