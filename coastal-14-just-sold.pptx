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92575" y="5460206"/>
            <a:ext cx="666750" cy="7144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27527" y="5460206"/>
            <a:ext cx="666750" cy="7144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5516225"/>
            <a:ext cx="5283398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6373475"/>
            <a:ext cx="5283398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5516225"/>
            <a:ext cx="9525" cy="86677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873" y="15516225"/>
            <a:ext cx="9525" cy="86677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7693" y="15895731"/>
            <a:ext cx="107763" cy="107763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242" y="885825"/>
            <a:ext cx="86510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5610" y="885825"/>
            <a:ext cx="5148024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1" spc="37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STORY 14 · JUST SOLD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2684" y="5339953"/>
            <a:ext cx="2341483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50" i="0" b="1" spc="462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CLOSED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057400" y="5873353"/>
            <a:ext cx="14401800" cy="18621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85000"/>
              </a:lnSpc>
            </a:pPr>
            <a:r>
              <a:rPr sz="17250" i="0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SOLD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057400" y="7887891"/>
            <a:ext cx="14401800" cy="4000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27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Above asking. Closed in 11 days.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1295400" y="8630841"/>
            <a:ext cx="12877800" cy="3905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60000"/>
              </a:lnSpc>
            </a:pPr>
            <a:r>
              <a:rPr sz="1875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Congratulations to the new owners of 17 Tidewater Lane.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2057400" y="9345216"/>
            <a:ext cx="144018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1" spc="313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LISTED &amp; CLOSED BY MARISOL 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075" y="15801975"/>
            <a:ext cx="6685598" cy="2952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25" i="0" b="1" spc="364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THINKING OF SELLING?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54848" y="15792450"/>
            <a:ext cx="731520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-2057400" y="17211675"/>
            <a:ext cx="144018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1" spc="37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@MARISOLVANCE  ◆  MARISOLVANCE.COM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