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13436" y="5460206"/>
            <a:ext cx="6667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06666" y="5460206"/>
            <a:ext cx="6667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840075"/>
            <a:ext cx="3207246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3207246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840075"/>
            <a:ext cx="9525" cy="5429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59721" y="15840075"/>
            <a:ext cx="9525" cy="5429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41493" y="16057656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2647" y="938212"/>
            <a:ext cx="307276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4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14 · JUST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6062" y="5392341"/>
            <a:ext cx="1634728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1" spc="35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CLOSED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820966"/>
            <a:ext cx="14401800" cy="18621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85000"/>
              </a:lnSpc>
            </a:pPr>
            <a:r>
              <a:rPr sz="17250" i="0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7835503"/>
            <a:ext cx="14401800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7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Above asking. Closed in 11 days.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533400" y="8521303"/>
            <a:ext cx="11353800" cy="2589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275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Congratulations to the new owners of 17 Tidewater Lane.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027914"/>
            <a:ext cx="14401800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47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LISTED &amp; CLOSED BY MARISOL VANCE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" y="16035338"/>
            <a:ext cx="3820954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231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THINKING OF SELLING?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0146" y="16021050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2057400" y="17306925"/>
            <a:ext cx="1440180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64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