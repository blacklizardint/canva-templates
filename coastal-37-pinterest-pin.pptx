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25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42875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571500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019175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5715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4425" y="5715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6750" y="5524500"/>
            <a:ext cx="8191500" cy="9525"/>
          </a:xfrm>
          <a:prstGeom prst="rect">
            <a:avLst/>
          </a:prstGeom>
          <a:solidFill>
            <a:srgbClr val="D6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6238875"/>
            <a:ext cx="8191500" cy="9525"/>
          </a:xfrm>
          <a:prstGeom prst="rect">
            <a:avLst/>
          </a:prstGeom>
          <a:solidFill>
            <a:srgbClr val="D6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6953250"/>
            <a:ext cx="8191500" cy="9525"/>
          </a:xfrm>
          <a:prstGeom prst="rect">
            <a:avLst/>
          </a:prstGeom>
          <a:solidFill>
            <a:srgbClr val="D6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7667625"/>
            <a:ext cx="8191500" cy="9525"/>
          </a:xfrm>
          <a:prstGeom prst="rect">
            <a:avLst/>
          </a:prstGeom>
          <a:solidFill>
            <a:srgbClr val="D6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8382000"/>
            <a:ext cx="8191500" cy="9525"/>
          </a:xfrm>
          <a:prstGeom prst="rect">
            <a:avLst/>
          </a:prstGeom>
          <a:solidFill>
            <a:srgbClr val="D6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992" y="6953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7375" y="733425"/>
            <a:ext cx="206240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PIN &amp;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1905000"/>
            <a:ext cx="134874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FOR FIRST-TIME BUYERS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171700"/>
            <a:ext cx="4276249" cy="838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0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5 things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933700"/>
            <a:ext cx="5661422" cy="838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0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I tell every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695700"/>
            <a:ext cx="8101727" cy="838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0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first-time buyer.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972050"/>
            <a:ext cx="2095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4972050"/>
            <a:ext cx="2736294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Get pre-approved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5238750"/>
            <a:ext cx="3237786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Know your number before you tour.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686425"/>
            <a:ext cx="2095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5686425"/>
            <a:ext cx="2634377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See it at low tide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" y="5953125"/>
            <a:ext cx="2634377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And again at golden hour.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6400800"/>
            <a:ext cx="2095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6400800"/>
            <a:ext cx="3137297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Read the disclosures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6667500"/>
            <a:ext cx="3137297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Coastal homes have stories.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7115175"/>
            <a:ext cx="2095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7115175"/>
            <a:ext cx="2811304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Budget for salt 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" y="7381875"/>
            <a:ext cx="281130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Maintenance is real.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" y="7829550"/>
            <a:ext cx="2095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650" y="7829550"/>
            <a:ext cx="1712357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Hire local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650" y="8096250"/>
            <a:ext cx="3339227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 coastal specialist earns their keep.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13373100"/>
            <a:ext cx="232719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5523" y="13430250"/>
            <a:ext cx="252936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SAVE &amp;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