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0287000" cy="18288000"/>
  <p:notesSz cx="18288000" cy="10287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0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ln w="6350">
            <a:solidFill>
              <a:srgbClr val="0A0A0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62000" y="76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6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AM</a:t>
            </a:r>
            <a:endParaRPr lang="en-US" sz="1656" dirty="0"/>
          </a:p>
        </p:txBody>
      </p:sp>
      <p:sp>
        <p:nvSpPr>
          <p:cNvPr id="4" name="Text 2"/>
          <p:cNvSpPr/>
          <p:nvPr/>
        </p:nvSpPr>
        <p:spPr>
          <a:xfrm>
            <a:off x="4762500" y="895350"/>
            <a:ext cx="4762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spc="240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STORY 03 · OPEN HOUSE</a:t>
            </a:r>
            <a:endParaRPr lang="en-US" sz="750" dirty="0"/>
          </a:p>
        </p:txBody>
      </p:sp>
      <p:sp>
        <p:nvSpPr>
          <p:cNvPr id="5" name="Text 3"/>
          <p:cNvSpPr/>
          <p:nvPr/>
        </p:nvSpPr>
        <p:spPr>
          <a:xfrm>
            <a:off x="762000" y="2381250"/>
            <a:ext cx="87630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spc="360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YOU'RE INVITED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62000" y="2686050"/>
            <a:ext cx="87630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50" i="1" spc="-2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Open House.</a:t>
            </a:r>
            <a:endParaRPr lang="en-US" sz="8250" dirty="0"/>
          </a:p>
        </p:txBody>
      </p:sp>
      <p:sp>
        <p:nvSpPr>
          <p:cNvPr id="7" name="Shape 5"/>
          <p:cNvSpPr/>
          <p:nvPr/>
        </p:nvSpPr>
        <p:spPr>
          <a:xfrm>
            <a:off x="762000" y="4514850"/>
            <a:ext cx="2819400" cy="236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CAB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2000" y="483870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0" b="1" spc="-4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03</a:t>
            </a:r>
            <a:endParaRPr lang="en-US" sz="10500" dirty="0"/>
          </a:p>
        </p:txBody>
      </p:sp>
      <p:sp>
        <p:nvSpPr>
          <p:cNvPr id="9" name="Text 7"/>
          <p:cNvSpPr/>
          <p:nvPr/>
        </p:nvSpPr>
        <p:spPr>
          <a:xfrm>
            <a:off x="762000" y="632460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8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DAYS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733800" y="4514850"/>
            <a:ext cx="2819400" cy="236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CAB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33800" y="483870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0" b="1" spc="-4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14</a:t>
            </a:r>
            <a:endParaRPr lang="en-US" sz="10500" dirty="0"/>
          </a:p>
        </p:txBody>
      </p:sp>
      <p:sp>
        <p:nvSpPr>
          <p:cNvPr id="12" name="Text 10"/>
          <p:cNvSpPr/>
          <p:nvPr/>
        </p:nvSpPr>
        <p:spPr>
          <a:xfrm>
            <a:off x="3733800" y="632460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8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HOURS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05600" y="4514850"/>
            <a:ext cx="2819400" cy="2362200"/>
          </a:xfrm>
          <a:prstGeom prst="rect">
            <a:avLst/>
          </a:prstGeom>
          <a:solidFill>
            <a:srgbClr val="FFFFFF"/>
          </a:solidFill>
          <a:ln w="6350">
            <a:solidFill>
              <a:srgbClr val="D2CAB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705600" y="4838700"/>
            <a:ext cx="2819400" cy="1428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0" b="1" spc="-400" kern="0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26</a:t>
            </a:r>
            <a:endParaRPr lang="en-US" sz="10500" dirty="0"/>
          </a:p>
        </p:txBody>
      </p:sp>
      <p:sp>
        <p:nvSpPr>
          <p:cNvPr id="15" name="Text 13"/>
          <p:cNvSpPr/>
          <p:nvPr/>
        </p:nvSpPr>
        <p:spPr>
          <a:xfrm>
            <a:off x="6705600" y="6324600"/>
            <a:ext cx="2819400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spc="288" kern="0" dirty="0">
                <a:solidFill>
                  <a:srgbClr val="C9A84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MINUTES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762000" y="7620000"/>
            <a:ext cx="8763000" cy="0"/>
          </a:xfrm>
          <a:prstGeom prst="line">
            <a:avLst/>
          </a:prstGeom>
          <a:noFill/>
          <a:ln w="6350">
            <a:solidFill>
              <a:srgbClr val="DAD3C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2000" y="7886700"/>
            <a:ext cx="87630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spc="240" kern="0" dirty="0">
                <a:solidFill>
                  <a:srgbClr val="8A7D6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ADDRESS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762000" y="8115300"/>
            <a:ext cx="8763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300" i="1" dirty="0">
                <a:solidFill>
                  <a:srgbClr val="0A0A0A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428 Ridgemont Drive</a:t>
            </a:r>
            <a:endParaRPr lang="en-US" sz="3300" dirty="0"/>
          </a:p>
        </p:txBody>
      </p:sp>
      <p:sp>
        <p:nvSpPr>
          <p:cNvPr id="19" name="Text 17"/>
          <p:cNvSpPr/>
          <p:nvPr/>
        </p:nvSpPr>
        <p:spPr>
          <a:xfrm>
            <a:off x="762000" y="8686800"/>
            <a:ext cx="876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7D63"/>
                </a:solidFill>
                <a:latin typeface="Lato" pitchFamily="34" charset="0"/>
                <a:ea typeface="Lato" pitchFamily="34" charset="-122"/>
                <a:cs typeface="Lato" pitchFamily="34" charset="-120"/>
              </a:rPr>
              <a:t>Scottsdale, Arizona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62000" y="9105900"/>
            <a:ext cx="8763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100" b="1" i="1" dirty="0">
                <a:solidFill>
                  <a:srgbClr val="C9A84C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Saturday · 1—4 PM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762000" y="16535400"/>
            <a:ext cx="8763000" cy="704850"/>
          </a:xfrm>
          <a:prstGeom prst="rect">
            <a:avLst/>
          </a:prstGeom>
          <a:solidFill>
            <a:srgbClr val="F5F0E8"/>
          </a:solidFill>
          <a:ln/>
        </p:spPr>
      </p:sp>
      <p:sp>
        <p:nvSpPr>
          <p:cNvPr id="22" name="Shape 20"/>
          <p:cNvSpPr/>
          <p:nvPr/>
        </p:nvSpPr>
        <p:spPr>
          <a:xfrm>
            <a:off x="1047750" y="16849725"/>
            <a:ext cx="76200" cy="76200"/>
          </a:xfrm>
          <a:prstGeom prst="diamond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1276350" y="16535400"/>
            <a:ext cx="66675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36" kern="0" dirty="0">
                <a:solidFill>
                  <a:srgbClr val="0A0A0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SAVE THE DATE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572500" y="16535400"/>
            <a:ext cx="762000" cy="704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50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↗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762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5" spc="264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@ALEXANDRAMONROE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762000" y="17583150"/>
            <a:ext cx="8763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5" dirty="0">
                <a:solidFill>
                  <a:srgbClr val="C9A8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◆</a:t>
            </a:r>
            <a:endParaRPr lang="en-US" sz="825" dirty="0"/>
          </a:p>
        </p:txBody>
      </p:sp>
      <p:sp>
        <p:nvSpPr>
          <p:cNvPr id="27" name="Text 25"/>
          <p:cNvSpPr/>
          <p:nvPr/>
        </p:nvSpPr>
        <p:spPr>
          <a:xfrm>
            <a:off x="5715000" y="17583150"/>
            <a:ext cx="3810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25" spc="264" kern="0" dirty="0">
                <a:solidFill>
                  <a:srgbClr val="514F4D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ALEXANDRAMONROE.COM</a:t>
            </a:r>
            <a:endParaRPr lang="en-US" sz="8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2026-06-02T21:15:35Z</dcterms:created>
  <dcterms:modified xsi:type="dcterms:W3CDTF">2026-06-02T21:15:35Z</dcterms:modified>
</cp:coreProperties>
</file>