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ln w="6350">
            <a:solidFill>
              <a:srgbClr val="F5F0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6750" y="666750"/>
            <a:ext cx="3429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42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242" dirty="0"/>
          </a:p>
        </p:txBody>
      </p:sp>
      <p:sp>
        <p:nvSpPr>
          <p:cNvPr id="4" name="Text 2"/>
          <p:cNvSpPr/>
          <p:nvPr/>
        </p:nvSpPr>
        <p:spPr>
          <a:xfrm>
            <a:off x="1143000" y="666750"/>
            <a:ext cx="4000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Alexandra Monroe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43000" y="904875"/>
            <a:ext cx="476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spc="168" kern="0" dirty="0">
                <a:solidFill>
                  <a:srgbClr val="A3A09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REALTOR® | LUXURY SPECIALIST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5048250" y="7620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spc="24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· NEIGHBORHOOD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666750" y="1238250"/>
            <a:ext cx="8953500" cy="0"/>
          </a:xfrm>
          <a:prstGeom prst="line">
            <a:avLst/>
          </a:prstGeom>
          <a:noFill/>
          <a:ln w="6350">
            <a:solidFill>
              <a:srgbClr val="302F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6750" y="1600200"/>
            <a:ext cx="4429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spc="264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NEIGHBORHOOD SPOTLIGHT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666750" y="1771650"/>
            <a:ext cx="4429125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50" i="1" dirty="0">
                <a:solidFill>
                  <a:srgbClr val="F5F0E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Silverleaf.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666750" y="2647950"/>
            <a:ext cx="44291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" spc="231" kern="0" dirty="0">
                <a:solidFill>
                  <a:srgbClr val="97948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SCOTTSDALE · 85255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666750" y="3171825"/>
            <a:ext cx="419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19200" y="3171825"/>
            <a:ext cx="32099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b="1" spc="189" kern="0" dirty="0">
                <a:solidFill>
                  <a:srgbClr val="AFAB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DINING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1219200" y="3343275"/>
            <a:ext cx="32099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C6C2B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Sterling, Talavera, the country club terrace at golden hour.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66750" y="3914775"/>
            <a:ext cx="419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19200" y="3914775"/>
            <a:ext cx="32099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b="1" spc="189" kern="0" dirty="0">
                <a:solidFill>
                  <a:srgbClr val="AFAB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SCHOOLS</a:t>
            </a:r>
            <a:endParaRPr lang="en-US" sz="675" dirty="0"/>
          </a:p>
        </p:txBody>
      </p:sp>
      <p:sp>
        <p:nvSpPr>
          <p:cNvPr id="16" name="Text 14"/>
          <p:cNvSpPr/>
          <p:nvPr/>
        </p:nvSpPr>
        <p:spPr>
          <a:xfrm>
            <a:off x="1219200" y="4086225"/>
            <a:ext cx="32099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C6C2B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BASIS Scottsdale, Notre Dame Prep — top rated K–12.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66750" y="4657725"/>
            <a:ext cx="4191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19200" y="4657725"/>
            <a:ext cx="320992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75" b="1" spc="189" kern="0" dirty="0">
                <a:solidFill>
                  <a:srgbClr val="AFABA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OUTDOORS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1219200" y="4829175"/>
            <a:ext cx="32099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C6C2BC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Tom's Thumb trailhead, McDowell Sonoran Preserve at the door.</a:t>
            </a:r>
            <a:endParaRPr lang="en-US" sz="975" dirty="0"/>
          </a:p>
        </p:txBody>
      </p:sp>
      <p:pic>
        <p:nvPicPr>
          <p:cNvPr id="20" name="Image 0" descr="Streetscape photo 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675" y="1600200"/>
            <a:ext cx="4219575" cy="6858000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66750" y="9296400"/>
            <a:ext cx="8953500" cy="0"/>
          </a:xfrm>
          <a:prstGeom prst="line">
            <a:avLst/>
          </a:prstGeom>
          <a:noFill/>
          <a:ln w="6350">
            <a:solidFill>
              <a:srgbClr val="302F2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6750" y="9534525"/>
            <a:ext cx="66675" cy="66675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23" name="Text 20"/>
          <p:cNvSpPr/>
          <p:nvPr/>
        </p:nvSpPr>
        <p:spPr>
          <a:xfrm>
            <a:off x="857250" y="9486900"/>
            <a:ext cx="609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spc="210" kern="0" dirty="0">
                <a:solidFill>
                  <a:srgbClr val="BAB7B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@ALEXANDRAMONROE · ALEXANDRAMONROE.COM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5048250" y="9486900"/>
            <a:ext cx="457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1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EXPLORE THE AREA ⤴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2026-06-02T20:59:01Z</dcterms:created>
  <dcterms:modified xsi:type="dcterms:W3CDTF">2026-06-02T20:59:01Z</dcterms:modified>
</cp:coreProperties>
</file>