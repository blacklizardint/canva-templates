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3248025"/>
            <a:ext cx="1476375" cy="1143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3248025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250" y="4381500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24100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05075" y="3248025"/>
            <a:ext cx="1476375" cy="1143000"/>
          </a:xfrm>
          <a:prstGeom prst="rect">
            <a:avLst/>
          </a:prstGeom>
          <a:solidFill>
            <a:srgbClr val="FB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05075" y="3248025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05075" y="4381500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05075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1925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52900" y="3248025"/>
            <a:ext cx="1476375" cy="114300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52900" y="3248025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52900" y="4381500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52900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19750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0725" y="3248025"/>
            <a:ext cx="1476375" cy="1143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0725" y="3248025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0725" y="4381500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0725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7575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8550" y="3248025"/>
            <a:ext cx="1476375" cy="1143000"/>
          </a:xfrm>
          <a:prstGeom prst="rect">
            <a:avLst/>
          </a:prstGeom>
          <a:solidFill>
            <a:srgbClr val="3E3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48550" y="3248025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8550" y="4381500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8550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6375" y="3248025"/>
            <a:ext cx="1476375" cy="1143000"/>
          </a:xfrm>
          <a:prstGeom prst="rect">
            <a:avLst/>
          </a:prstGeom>
          <a:solidFill>
            <a:srgbClr val="8A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6375" y="3248025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6375" y="4381500"/>
            <a:ext cx="1476375" cy="9525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6375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63225" y="3248025"/>
            <a:ext cx="9525" cy="1143000"/>
          </a:xfrm>
          <a:prstGeom prst="rect">
            <a:avLst/>
          </a:prstGeom>
          <a:solidFill>
            <a:srgbClr val="DC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250" y="762000"/>
            <a:ext cx="2765346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The Coastal · Collection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3189" y="762000"/>
            <a:ext cx="2380298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65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02 / 03 —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1219200"/>
            <a:ext cx="15925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THE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1466850"/>
            <a:ext cx="15925800" cy="923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Palette &amp; type.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250" y="2543175"/>
            <a:ext cx="8572500" cy="3238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2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 twilight-plum anchor, a dusty-orchid whisper, and a warm shell that breathes. Newsreader carries the headline, Hanken tracks the labels, Spline Mono keeps the specs honest.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250" y="448627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250" y="4581525"/>
            <a:ext cx="27432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Twilight Plum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7250" y="4743450"/>
            <a:ext cx="2743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A98BA6"/>
                </a:solidFill>
                <a:latin typeface="Spline Sans Mono"/>
                <a:ea typeface="Spline Sans Mono"/>
                <a:cs typeface="Spline Sans Mono"/>
              </a:rPr>
              <a:t>#332C46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" y="484822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Primary · backgrounds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05075" y="448627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05075" y="4581525"/>
            <a:ext cx="27432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Warm White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05075" y="4743450"/>
            <a:ext cx="2743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A98BA6"/>
                </a:solidFill>
                <a:latin typeface="Spline Sans Mono"/>
                <a:ea typeface="Spline Sans Mono"/>
                <a:cs typeface="Spline Sans Mono"/>
              </a:rPr>
              <a:t>#FBF7F1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05075" y="484822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Background · contrast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52900" y="448627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52900" y="4581525"/>
            <a:ext cx="27432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Dusty Orchid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52900" y="4743450"/>
            <a:ext cx="2743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A98BA6"/>
                </a:solidFill>
                <a:latin typeface="Spline Sans Mono"/>
                <a:ea typeface="Spline Sans Mono"/>
                <a:cs typeface="Spline Sans Mono"/>
              </a:rPr>
              <a:t>#A98BA6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2900" y="484822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Accent only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0725" y="448627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0725" y="4581525"/>
            <a:ext cx="27432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Warm Shell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0725" y="4743450"/>
            <a:ext cx="2743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A98BA6"/>
                </a:solidFill>
                <a:latin typeface="Spline Sans Mono"/>
                <a:ea typeface="Spline Sans Mono"/>
                <a:cs typeface="Spline Sans Mono"/>
              </a:rPr>
              <a:t>#F3EEE7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0725" y="484822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Supporting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550" y="448627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48550" y="4581525"/>
            <a:ext cx="27432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Raised Plum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48550" y="4743450"/>
            <a:ext cx="2743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A98BA6"/>
                </a:solidFill>
                <a:latin typeface="Spline Sans Mono"/>
                <a:ea typeface="Spline Sans Mono"/>
                <a:cs typeface="Spline Sans Mono"/>
              </a:rPr>
              <a:t>#3E3656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48550" y="484822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Body on light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6375" y="448627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6375" y="4581525"/>
            <a:ext cx="27432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Gray-Mauve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6375" y="4743450"/>
            <a:ext cx="27432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>
                <a:solidFill>
                  <a:srgbClr val="A98BA6"/>
                </a:solidFill>
                <a:latin typeface="Spline Sans Mono"/>
                <a:ea typeface="Spline Sans Mono"/>
                <a:cs typeface="Spline Sans Mono"/>
              </a:rPr>
              <a:t>#8A8090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6375" y="4848225"/>
            <a:ext cx="2743200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Secondary text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7250" y="5457825"/>
            <a:ext cx="5257800" cy="866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Aa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7250" y="6381750"/>
            <a:ext cx="52578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Newsreader · Headlines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91000" y="5457825"/>
            <a:ext cx="5257800" cy="866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0" i="0" b="1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Aa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91000" y="6381750"/>
            <a:ext cx="52578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Hanken Grotesk · Labels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4750" y="5457825"/>
            <a:ext cx="5257800" cy="800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400" i="0" b="0">
                <a:solidFill>
                  <a:srgbClr val="332C46"/>
                </a:solidFill>
                <a:latin typeface="Spline Sans Mono"/>
                <a:ea typeface="Spline Sans Mono"/>
                <a:cs typeface="Spline Sans Mono"/>
              </a:rPr>
              <a:t>Aa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24750" y="6315075"/>
            <a:ext cx="52578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Spline Sans Mono · Specs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