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12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01250" cy="5715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3281362"/>
            <a:ext cx="8667750" cy="9525"/>
          </a:xfrm>
          <a:prstGeom prst="rect">
            <a:avLst/>
          </a:prstGeom>
          <a:solidFill>
            <a:srgbClr val="C3B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91600" y="476250"/>
            <a:ext cx="5334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600" y="1000125"/>
            <a:ext cx="5334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91600" y="476250"/>
            <a:ext cx="9525" cy="5334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15475" y="476250"/>
            <a:ext cx="9525" cy="5334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" y="342900"/>
            <a:ext cx="17145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" y="342900"/>
            <a:ext cx="9525" cy="17145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86900" y="5362575"/>
            <a:ext cx="17145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48825" y="5200650"/>
            <a:ext cx="9525" cy="17145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2109788"/>
            <a:ext cx="142494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288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414588"/>
            <a:ext cx="14249400" cy="6572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5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281362"/>
            <a:ext cx="8667750" cy="3238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75" i="0" b="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(805) 555-0188  ·  hello@marisolvance.com  ·  marisolvance.com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6255" y="623888"/>
            <a:ext cx="931307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7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