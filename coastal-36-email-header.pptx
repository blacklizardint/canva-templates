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381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38100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1485900"/>
            <a:ext cx="838200" cy="9525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2314575"/>
            <a:ext cx="838200" cy="9525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" y="1485900"/>
            <a:ext cx="9525" cy="838200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95425" y="1485900"/>
            <a:ext cx="9525" cy="838200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85950" y="1357312"/>
            <a:ext cx="9525" cy="1095375"/>
          </a:xfrm>
          <a:prstGeom prst="rect">
            <a:avLst/>
          </a:prstGeom>
          <a:solidFill>
            <a:srgbClr val="635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324082" y="1714500"/>
            <a:ext cx="9525" cy="381000"/>
          </a:xfrm>
          <a:prstGeom prst="rect">
            <a:avLst/>
          </a:prstGeom>
          <a:solidFill>
            <a:srgbClr val="635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0667" y="1714500"/>
            <a:ext cx="1261348" cy="381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3000" i="1" b="0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MV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76475" y="1357312"/>
            <a:ext cx="11047571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1" spc="324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MONTHLY MARKET UPDATE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76475" y="1585912"/>
            <a:ext cx="11047571" cy="6572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450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Santa Lucia, May 2026.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76475" y="2300288"/>
            <a:ext cx="11047571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50" i="0" b="0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A quiet read on the coast — prices, pace, and what it means for you.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2981" y="1714500"/>
            <a:ext cx="2150269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50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Marisol Vance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12981" y="1990725"/>
            <a:ext cx="2150269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750" i="0" b="1" spc="21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ISSUE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