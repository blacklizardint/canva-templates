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2941" y="5583021"/>
            <a:ext cx="94293" cy="9429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2941" y="6068796"/>
            <a:ext cx="94293" cy="9429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941" y="6554571"/>
            <a:ext cx="94293" cy="9429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A6A0A7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3333" y="785812"/>
            <a:ext cx="244006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01 · JUST LISTED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404295"/>
            <a:ext cx="819769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JUST LISTED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728145"/>
            <a:ext cx="8197691" cy="58281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2000"/>
              </a:lnSpc>
            </a:pPr>
            <a:r>
              <a:rPr sz="4500" i="1" b="0" spc="-45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17 Tidewater 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444305"/>
            <a:ext cx="8197691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47">
                <a:solidFill>
                  <a:srgbClr val="B9B4B7"/>
                </a:solidFill>
                <a:latin typeface="Hanken Grotesk"/>
                <a:ea typeface="Hanken Grotesk"/>
                <a:cs typeface="Hanken Grotesk"/>
              </a:rPr>
              <a:t>SANTA LUCIA, CALIFORNIA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711005"/>
            <a:ext cx="8197691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i="0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$3,250,000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5520630"/>
            <a:ext cx="273343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1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4 BD · 3 BA · 3,140 SF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5701605"/>
            <a:ext cx="2733437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6">
                <a:solidFill>
                  <a:srgbClr val="9D979F"/>
                </a:solidFill>
                <a:latin typeface="Hanken Grotesk"/>
                <a:ea typeface="Hanken Grotesk"/>
                <a:cs typeface="Hanken Grotesk"/>
              </a:rPr>
              <a:t>Beds · Baths · Square footage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" y="6006405"/>
            <a:ext cx="279273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1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Chef’s Kitchen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75" y="6187380"/>
            <a:ext cx="2792730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6">
                <a:solidFill>
                  <a:srgbClr val="9D979F"/>
                </a:solidFill>
                <a:latin typeface="Hanken Grotesk"/>
                <a:ea typeface="Hanken Grotesk"/>
                <a:cs typeface="Hanken Grotesk"/>
              </a:rPr>
              <a:t>Sea-salt oak · honed limestone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775" y="6492180"/>
            <a:ext cx="277963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1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Wraparound Sun 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775" y="6673155"/>
            <a:ext cx="2779633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6">
                <a:solidFill>
                  <a:srgbClr val="9D979F"/>
                </a:solidFill>
                <a:latin typeface="Hanken Grotesk"/>
                <a:ea typeface="Hanken Grotesk"/>
                <a:cs typeface="Hanken Grotesk"/>
              </a:rPr>
              <a:t>West-facing · whitewater 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C3BEBF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1497" y="9515475"/>
            <a:ext cx="308300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DM FOR THE FULL TOUR</a:t>
            </a:r>
          </a:p>
        </p:txBody>
      </p:sp>
      <p:pic>
        <p:nvPicPr>
          <p:cNvPr id="29" name="Picture 28" descr="coastal-01-just-listed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382" y="1619250"/>
            <a:ext cx="3610868" cy="7143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