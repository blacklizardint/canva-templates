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621000" cy="594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621000" cy="59436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144500" y="2257425"/>
            <a:ext cx="1428750" cy="142875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1842641"/>
            <a:ext cx="1882140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36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MAYA ELLISON · REALTOR®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2185541"/>
            <a:ext cx="18821400" cy="151536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2000"/>
              </a:lnSpc>
            </a:pPr>
            <a:r>
              <a:rPr sz="58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Helping Austin feel</a:t>
            </a:r>
          </a:p>
          <a:p>
            <a:pPr algn="l">
              <a:lnSpc>
                <a:spcPct val="102000"/>
              </a:lnSpc>
            </a:pPr>
            <a:r>
              <a:rPr sz="585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at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3910459"/>
            <a:ext cx="188214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(512) 555-0147 · MAYAELLISON.COM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15962" y="2676525"/>
            <a:ext cx="1798320" cy="590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6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