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99284" y="3703737"/>
            <a:ext cx="666750" cy="7144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20817" y="3703737"/>
            <a:ext cx="666750" cy="7144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CDC7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067" y="762000"/>
            <a:ext cx="73318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685800"/>
            <a:ext cx="3477101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904875"/>
            <a:ext cx="3477101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1" spc="168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REALTOR® · COASTAL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8320" y="785812"/>
            <a:ext cx="2224088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02 · JUST SOLD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3420" y="3640634"/>
            <a:ext cx="2000012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JUST SOLD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6961" y="4097834"/>
            <a:ext cx="5573078" cy="144006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0000"/>
              </a:lnSpc>
            </a:pPr>
            <a:r>
              <a:rPr sz="126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Sold.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5785545"/>
            <a:ext cx="6477000" cy="51792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60000"/>
              </a:lnSpc>
            </a:pPr>
            <a:r>
              <a:rPr sz="1275" i="0" b="0">
                <a:solidFill>
                  <a:srgbClr val="3E3656"/>
                </a:solidFill>
                <a:latin typeface="Hanken Grotesk"/>
                <a:ea typeface="Hanken Grotesk"/>
                <a:cs typeface="Hanken Grotesk"/>
              </a:rPr>
              <a:t>Another family in their dream home. Congratulations to the new owners of 17 Tidewater Lane — wishing you many bright mornings ahead.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2032" y="6589216"/>
            <a:ext cx="4442936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1" spc="247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LISTED &amp; CLOSED BY MARISOL 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9515475"/>
            <a:ext cx="485560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@MARISOLVANCE · MARISOLVANCE.COM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0341" y="9515475"/>
            <a:ext cx="302085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THINKING OF SELLING?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