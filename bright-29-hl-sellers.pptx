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14750" y="3228975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14750" y="6076950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14750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62725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0705" y="6562725"/>
            <a:ext cx="2597944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SELLERS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