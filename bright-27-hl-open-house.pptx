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714750" y="3228975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14750" y="6076950"/>
            <a:ext cx="2857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14750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62725" y="3228975"/>
            <a:ext cx="9525" cy="28575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198" y="6562725"/>
            <a:ext cx="3834765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OPEN HOUSE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