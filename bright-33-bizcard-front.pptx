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001250" cy="571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01250" cy="5715000"/>
          </a:xfrm>
          <a:prstGeom prst="rect">
            <a:avLst/>
          </a:prstGeom>
          <a:solidFill>
            <a:srgbClr val="ED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43425" y="1724025"/>
            <a:ext cx="914400" cy="914400"/>
          </a:xfrm>
          <a:prstGeom prst="ellipse">
            <a:avLst/>
          </a:prstGeom>
          <a:noFill/>
          <a:ln w="9525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14875" y="3981450"/>
            <a:ext cx="571500" cy="9525"/>
          </a:xfrm>
          <a:prstGeom prst="rect">
            <a:avLst/>
          </a:prstGeom>
          <a:solidFill>
            <a:srgbClr val="E6D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00588" y="1981200"/>
            <a:ext cx="1341120" cy="4000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3150" i="0" b="0">
                <a:solidFill>
                  <a:srgbClr val="97A98C"/>
                </a:solidFill>
                <a:latin typeface="Cormorant Garamond"/>
                <a:ea typeface="Cormorant Garamond"/>
                <a:cs typeface="Cormorant Garamond"/>
              </a:rPr>
              <a:t>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22030" y="2905125"/>
            <a:ext cx="4792504" cy="590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4050" i="1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Maya Ellison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5557" y="3629025"/>
            <a:ext cx="4396978" cy="1619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0" spc="330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REALTOR®  |  MODERN LIVING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