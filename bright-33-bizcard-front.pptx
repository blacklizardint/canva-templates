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0125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01250" cy="5715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43425" y="1724025"/>
            <a:ext cx="914400" cy="9144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14875" y="3981450"/>
            <a:ext cx="57150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0588" y="1981200"/>
            <a:ext cx="1341120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31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2030" y="2905125"/>
            <a:ext cx="4792504" cy="590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40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5557" y="3629025"/>
            <a:ext cx="4396978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33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