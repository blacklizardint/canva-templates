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749278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5454253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8075" y="4006453"/>
            <a:ext cx="4762" cy="1200150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34162" y="4006453"/>
            <a:ext cx="4762" cy="1200150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2466" y="785812"/>
            <a:ext cx="287345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05 · MARKET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5086350" y="1619250"/>
            <a:ext cx="147066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750" i="0" b="1" spc="195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MAY 2026 · ISSUE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1781175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THE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2019300"/>
            <a:ext cx="5466398" cy="695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49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Santa Lucia,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2660452"/>
            <a:ext cx="6834188" cy="695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49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by the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74307" y="4006453"/>
            <a:ext cx="46634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1" spc="195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01 · MEDIAN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174307" y="4206478"/>
            <a:ext cx="466344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$2.18M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74307" y="4987528"/>
            <a:ext cx="466344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+ 4.2%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174307" y="5101828"/>
            <a:ext cx="46634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1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vs. prior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1780" y="4006453"/>
            <a:ext cx="46634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1" spc="195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02 · DAYS ON MKT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1780" y="4206478"/>
            <a:ext cx="466344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1780" y="4987528"/>
            <a:ext cx="466344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− 6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1780" y="5101828"/>
            <a:ext cx="46634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1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vs. prior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7868" y="4006453"/>
            <a:ext cx="46634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1" spc="195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03 · ACTIVE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7868" y="4206478"/>
            <a:ext cx="4663440" cy="7620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2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247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7868" y="4987528"/>
            <a:ext cx="466344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+ 12 listings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868" y="5101828"/>
            <a:ext cx="466344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1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vs. prior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5730478"/>
            <a:ext cx="7810500" cy="42654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</a:pPr>
            <a:r>
              <a:rPr sz="1050" i="0" b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Inventory is up, days-on-market are down, and coastal buyers are moving decisively in the coastal tier. The window for sellers is real — and narrowing.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0504" y="9515475"/>
            <a:ext cx="361259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FULL REPORT — LINK IN BIO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