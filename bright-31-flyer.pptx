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44375" cy="15716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44375" cy="1571625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16214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6512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671762"/>
            <a:ext cx="10620375" cy="5334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2671762"/>
            <a:ext cx="106203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7996238"/>
            <a:ext cx="10620375" cy="952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671762"/>
            <a:ext cx="9525" cy="5334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2850" y="2671762"/>
            <a:ext cx="9525" cy="53340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9472612"/>
            <a:ext cx="10620375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0615612"/>
            <a:ext cx="10620375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14297025"/>
            <a:ext cx="10620375" cy="9525"/>
          </a:xfrm>
          <a:prstGeom prst="rect">
            <a:avLst/>
          </a:prstGeom>
          <a:solidFill>
            <a:srgbClr val="C9D2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000" y="14535150"/>
            <a:ext cx="419100" cy="4191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1375" y="804862"/>
            <a:ext cx="2281476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37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OPEN 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614612" y="1204912"/>
            <a:ext cx="17373600" cy="1085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5000"/>
              </a:lnSpc>
            </a:pPr>
            <a:r>
              <a:rPr sz="90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You’re Invited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180" y="5253038"/>
            <a:ext cx="2694384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PROPERTY PHOTO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8386762"/>
            <a:ext cx="5458063" cy="485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3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117 Larkspur 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8948738"/>
            <a:ext cx="5458063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0" spc="21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AUSTIN, 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53562" y="8558212"/>
            <a:ext cx="3467100" cy="590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4050" i="0" b="1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$740,000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9701" y="9729788"/>
            <a:ext cx="908447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9701" y="10215562"/>
            <a:ext cx="90844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BEDS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6643" y="9729788"/>
            <a:ext cx="1052751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6643" y="10215562"/>
            <a:ext cx="105275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BATHS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9609" y="9729788"/>
            <a:ext cx="1752600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2,480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9609" y="10215562"/>
            <a:ext cx="17526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SQ 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5504" y="9729788"/>
            <a:ext cx="1143000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0.3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5504" y="10215562"/>
            <a:ext cx="1143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ACRE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2614612" y="10948988"/>
            <a:ext cx="17373600" cy="1905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75" i="0" b="0" spc="29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SATURDAY JUNE 14 · 1–4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962" y="14658975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4450" y="14544675"/>
            <a:ext cx="3310414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4450" y="14820900"/>
            <a:ext cx="3310414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202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9699" y="14582775"/>
            <a:ext cx="2362676" cy="323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825" i="0" b="0" spc="14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(512) 555-0147</a:t>
            </a:r>
          </a:p>
          <a:p>
            <a:pPr algn="r"/>
            <a:r>
              <a:rPr sz="825" i="0" b="0" spc="148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