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44375" cy="157162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right-31-fly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44375" cy="157162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