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504950"/>
            <a:ext cx="85725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7250" y="86677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3284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66817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72830" y="16535400"/>
            <a:ext cx="2141339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72830" y="17021175"/>
            <a:ext cx="2141339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72830" y="16535400"/>
            <a:ext cx="9525" cy="4953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04645" y="16535400"/>
            <a:ext cx="9525" cy="4953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9162" y="971550"/>
            <a:ext cx="79248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0650" y="85725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0650" y="113347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0299" y="5376862"/>
            <a:ext cx="2406253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37" i="0" b="0" spc="412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JUST LISTED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1905000" y="5986462"/>
            <a:ext cx="14097000" cy="245358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105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New on</a:t>
            </a:r>
          </a:p>
          <a:p>
            <a:pPr algn="ctr">
              <a:lnSpc>
                <a:spcPct val="92000"/>
              </a:lnSpc>
            </a:pPr>
            <a:r>
              <a:rPr sz="105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the Market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1905000" y="8821043"/>
            <a:ext cx="14097000" cy="2381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240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117 LARKSPUR LANE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1905000" y="9135368"/>
            <a:ext cx="14097000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75" i="0" b="0" spc="234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AUSTIN, 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1905000" y="9554468"/>
            <a:ext cx="14097000" cy="504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4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$740,000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5519" y="10535543"/>
            <a:ext cx="779383" cy="523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6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5519" y="11116568"/>
            <a:ext cx="779383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19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BED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1801" y="10535543"/>
            <a:ext cx="923687" cy="523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6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1801" y="11116568"/>
            <a:ext cx="923687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19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BATH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8474" y="10535543"/>
            <a:ext cx="2026920" cy="523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6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2,480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8474" y="11116568"/>
            <a:ext cx="202692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19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SQ 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2830" y="16535400"/>
            <a:ext cx="2141339" cy="4953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90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DM FOR DETAILS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-1905000" y="17278350"/>
            <a:ext cx="140970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10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