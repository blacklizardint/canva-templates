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1504950"/>
            <a:ext cx="8572500" cy="9525"/>
          </a:xfrm>
          <a:prstGeom prst="rect">
            <a:avLst/>
          </a:prstGeom>
          <a:solidFill>
            <a:srgbClr val="C4CD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7250" y="866775"/>
            <a:ext cx="381000" cy="381000"/>
          </a:xfrm>
          <a:prstGeom prst="ellipse">
            <a:avLst/>
          </a:prstGeom>
          <a:noFill/>
          <a:ln w="9525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50282" y="5457825"/>
            <a:ext cx="66675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69968" y="5457825"/>
            <a:ext cx="66675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15630" y="16221075"/>
            <a:ext cx="3055739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15630" y="16935450"/>
            <a:ext cx="3055739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15630" y="16221075"/>
            <a:ext cx="9525" cy="723900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61845" y="16221075"/>
            <a:ext cx="9525" cy="723900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9162" y="971550"/>
            <a:ext cx="792480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50" i="0" b="0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0650" y="857250"/>
            <a:ext cx="3282315" cy="228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800" i="0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Maya Ellison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0650" y="1133475"/>
            <a:ext cx="3282315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37" i="0" b="0" spc="216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REALTOR®  |  MODERN LIVING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5452" y="5334000"/>
            <a:ext cx="3056096" cy="2571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350" i="0" b="0" spc="486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JUST LISTED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1905000" y="6029325"/>
            <a:ext cx="14097000" cy="24535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92000"/>
              </a:lnSpc>
            </a:pPr>
            <a:r>
              <a:rPr sz="10500" i="1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New on</a:t>
            </a:r>
          </a:p>
          <a:p>
            <a:pPr algn="ctr">
              <a:lnSpc>
                <a:spcPct val="92000"/>
              </a:lnSpc>
            </a:pPr>
            <a:r>
              <a:rPr sz="10500" i="1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the Market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1905000" y="8902005"/>
            <a:ext cx="14097000" cy="323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725" i="0" b="0" spc="310">
                <a:solidFill>
                  <a:srgbClr val="33322E"/>
                </a:solidFill>
                <a:latin typeface="Poppins"/>
                <a:ea typeface="Poppins"/>
                <a:cs typeface="Poppins"/>
              </a:rPr>
              <a:t>117 LARKSPUR LANE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1905000" y="9321105"/>
            <a:ext cx="14097000" cy="2571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350" i="0" b="0" spc="270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AUSTIN, 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1905000" y="9806880"/>
            <a:ext cx="14097000" cy="504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3450" i="0" b="0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$740,000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96228" y="10787955"/>
            <a:ext cx="951071" cy="523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3600" i="0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96228" y="11388030"/>
            <a:ext cx="951071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125" i="0" b="0" spc="247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BED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27984" y="10787955"/>
            <a:ext cx="1158478" cy="523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3600" i="0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27984" y="11388030"/>
            <a:ext cx="1158478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125" i="0" b="0" spc="247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BATH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65425" y="10787955"/>
            <a:ext cx="2026920" cy="523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3600" i="0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2,480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65425" y="11388030"/>
            <a:ext cx="2026920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125" i="0" b="0" spc="247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SQ 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5630" y="16221075"/>
            <a:ext cx="3055739" cy="7239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500" i="0" b="0" spc="390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DM FOR DETAILS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-1905000" y="17211675"/>
            <a:ext cx="14097000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125" i="0" b="0" spc="292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@MAYAELLISON · MAYAELLISON.COM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