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601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86500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71540" y="16011525"/>
            <a:ext cx="374392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71540" y="16859250"/>
            <a:ext cx="374392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71540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5935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8807" y="5334000"/>
            <a:ext cx="3429238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LISTED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6086475"/>
            <a:ext cx="140970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10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New on</a:t>
            </a:r>
          </a:p>
          <a:p>
            <a:pPr algn="ctr">
              <a:lnSpc>
                <a:spcPct val="92000"/>
              </a:lnSpc>
            </a:pPr>
            <a:r>
              <a:rPr sz="10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8959155"/>
            <a:ext cx="14097000" cy="333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800" i="0" b="0" spc="288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9387780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AUSTIN, 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9892605"/>
            <a:ext cx="14097000" cy="504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4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$740,000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1436" y="10873680"/>
            <a:ext cx="1085612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1436" y="11492805"/>
            <a:ext cx="1085612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7992" y="10873680"/>
            <a:ext cx="1342549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7992" y="11492805"/>
            <a:ext cx="1342549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4991" y="10873680"/>
            <a:ext cx="2026920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2,480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4991" y="11492805"/>
            <a:ext cx="202692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SQ 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1540" y="16011525"/>
            <a:ext cx="3743920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FOR DETAILS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