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560415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59686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BEC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5151" y="914400"/>
            <a:ext cx="2636758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12 · COMING SOON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1709" y="2116931"/>
            <a:ext cx="2703433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COMING SOON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2057400" y="2616994"/>
            <a:ext cx="14401800" cy="21353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5000"/>
              </a:lnSpc>
            </a:pPr>
            <a:r>
              <a:rPr sz="88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Coming</a:t>
            </a:r>
          </a:p>
          <a:p>
            <a:pPr algn="ctr">
              <a:lnSpc>
                <a:spcPct val="95000"/>
              </a:lnSpc>
            </a:pPr>
            <a:r>
              <a:rPr sz="88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Soon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250" y="5057180"/>
            <a:ext cx="6286500" cy="5655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65000"/>
              </a:lnSpc>
            </a:pPr>
            <a:r>
              <a:rPr sz="1350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Something special is about to hit the Austin market. Be the first to know — before it’s public.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984677"/>
            <a:ext cx="144018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REVEAL · JUNE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81727" y="9372600"/>
            <a:ext cx="1890236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JOIN THE LIST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