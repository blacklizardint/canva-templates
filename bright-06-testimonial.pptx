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BEC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0040" y="914400"/>
            <a:ext cx="2532936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06 · TESTIMONIAL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057400" y="2047875"/>
            <a:ext cx="14401800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50000"/>
              </a:lnSpc>
            </a:pPr>
            <a:r>
              <a:rPr sz="45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2466975"/>
            <a:ext cx="7810500" cy="19314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0000"/>
              </a:lnSpc>
            </a:pPr>
            <a:r>
              <a:rPr sz="39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made selling feel calm and clear from day one. Listed Friday, three offers by Monday.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4779466"/>
            <a:ext cx="236220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0" spc="450">
                <a:solidFill>
                  <a:srgbClr val="97A98C"/>
                </a:solidFill>
                <a:latin typeface="Lato"/>
                <a:ea typeface="Lato"/>
                <a:cs typeface="Lato"/>
              </a:rPr>
              <a:t>★★★★★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057400" y="5255716"/>
            <a:ext cx="1440180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25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JENNA &amp; COLE R. · AUSTIN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009" y="9372600"/>
            <a:ext cx="232338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YOUR TURN NEXT?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