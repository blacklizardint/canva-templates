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6577" y="6157912"/>
            <a:ext cx="4658916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FOR SALE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21-hl-for-sal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