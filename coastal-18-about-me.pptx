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18014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27539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37064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516225"/>
            <a:ext cx="4608909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4608909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61384" y="15516225"/>
            <a:ext cx="9525" cy="86677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9938" y="885825"/>
            <a:ext cx="498109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STORY 18 · ABOUT 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3276600" y="6648450"/>
            <a:ext cx="168402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1" spc="46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MEET YOUR REALTOR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3276600" y="7048500"/>
            <a:ext cx="16840200" cy="857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58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Marisol 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3276600" y="8039100"/>
            <a:ext cx="168402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285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REALTOR® · COASTAL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106150"/>
            <a:ext cx="990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1106150"/>
            <a:ext cx="2795588" cy="371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Eight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5033" y="11210925"/>
            <a:ext cx="5761196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— selling along Santa Lucia’s coast.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2058650"/>
            <a:ext cx="990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12058650"/>
            <a:ext cx="2047399" cy="371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7415" y="12163425"/>
            <a:ext cx="5823109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— of agents on the coast by volume.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3011150"/>
            <a:ext cx="990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3500" y="13011150"/>
            <a:ext cx="3048000" cy="371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Mom of two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2791" y="13115925"/>
            <a:ext cx="5431869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— and a very enthusiastic golden.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075" y="15801975"/>
            <a:ext cx="5606415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0359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  <p:pic>
        <p:nvPicPr>
          <p:cNvPr id="32" name="Picture 31" descr="coastal-18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2000250"/>
            <a:ext cx="4191000" cy="419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