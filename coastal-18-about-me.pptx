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1753850"/>
            <a:ext cx="876300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2658725"/>
            <a:ext cx="876300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3563600"/>
            <a:ext cx="8763000" cy="9525"/>
          </a:xfrm>
          <a:prstGeom prst="rect">
            <a:avLst/>
          </a:prstGeom>
          <a:solidFill>
            <a:srgbClr val="D0C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5621000"/>
            <a:ext cx="3895427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6373475"/>
            <a:ext cx="3895427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5621000"/>
            <a:ext cx="9525" cy="762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47902" y="15621000"/>
            <a:ext cx="9525" cy="762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9593" y="15948118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242" y="8858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8076" y="904875"/>
            <a:ext cx="444007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1" spc="36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STORY 18 · ABOUT 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3276600" y="6648450"/>
            <a:ext cx="16840200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575" i="0" b="1" spc="47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MEET YOUR REALTOR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3276600" y="7029450"/>
            <a:ext cx="16840200" cy="857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58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3276600" y="8001000"/>
            <a:ext cx="168402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75" i="0" b="1" spc="28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11106150"/>
            <a:ext cx="92964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11106150"/>
            <a:ext cx="2450544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Eight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1281" y="11182350"/>
            <a:ext cx="5516642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selling along Santa Lucia’s coast.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12011025"/>
            <a:ext cx="92964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400" y="12011025"/>
            <a:ext cx="1809512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Top 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0636" y="12087225"/>
            <a:ext cx="5575935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of agents on the coast by volume.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12915900"/>
            <a:ext cx="92964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12915900"/>
            <a:ext cx="2667000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2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Mom of two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6566" y="12992100"/>
            <a:ext cx="5202317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and a very enthusiastic golden.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3975" y="15878175"/>
            <a:ext cx="4739164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 spc="33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FOLLOW FOR MORE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0227" y="15911512"/>
            <a:ext cx="57912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2057400" y="17249775"/>
            <a:ext cx="1440180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1" spc="36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@MARISOLVANCE  ◆  MARISOLVANCE.COM</a:t>
            </a:r>
          </a:p>
        </p:txBody>
      </p:sp>
      <p:pic>
        <p:nvPicPr>
          <p:cNvPr id="32" name="Picture 31" descr="coastal-18-about-m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000250"/>
            <a:ext cx="4191000" cy="419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