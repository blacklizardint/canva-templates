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6404"/>
            <a:ext cx="1238155" cy="201168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0300" y="1024358"/>
            <a:ext cx="45261" cy="45261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76033" y="2246352"/>
            <a:ext cx="5339167" cy="4572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69914" y="3443216"/>
            <a:ext cx="5145286" cy="4572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0432" y="5258157"/>
            <a:ext cx="6144768" cy="4572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BEB7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332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10944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719983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029021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607808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916847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225885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534924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843963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422749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731788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6040826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6349865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BEB7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1" spc="31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822" y="425196"/>
            <a:ext cx="1684496" cy="1280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4055" y="450342"/>
            <a:ext cx="2258425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CHECKLIST 01 · PRE-LISTING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424" y="946404"/>
            <a:ext cx="2132210" cy="20116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AGENT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257300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Pre-Listing Checklist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1759434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Everything to run before the sign goes up — from comps to a clean MLS entry.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205204"/>
            <a:ext cx="2524673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BEFORE THE APPOINTMENT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2392656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Research comps &amp; pull CMA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2701695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Confirm ownership &amp; title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3010733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Prep listing presentation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402068"/>
            <a:ext cx="2718554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AT THE LISTING APPOINTMENT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" y="3589520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Sign listing agreement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" y="3898559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Confirm NAR-compliant agency disclosures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" y="4207597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Order photography &amp; floor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" y="4516636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Write MLS description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" y="4825675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Set staging plan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217009"/>
            <a:ext cx="1719072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GOING LIVE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" y="5404461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Schedule sign &amp; lockbox install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" y="5713500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Discuss pre-list inspections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" y="6022538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Set go-live date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" y="6331577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QC MLS entry before publishing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9678924"/>
            <a:ext cx="242137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THE REAL ESTATE CHECKLIST PACK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45604" y="9669780"/>
            <a:ext cx="1866876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MARISOLVANCE.COM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