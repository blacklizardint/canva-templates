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4872" y="1028930"/>
            <a:ext cx="45261" cy="45261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53228" y="2255496"/>
            <a:ext cx="6061972" cy="4572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4326" y="3452360"/>
            <a:ext cx="6420874" cy="4572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6905" y="5267301"/>
            <a:ext cx="4648295" cy="4572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BEB7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332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946404"/>
            <a:ext cx="1169575" cy="21031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20088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729127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038165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616952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25991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235029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544068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853107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431893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740932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6049970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6359009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BEB7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1" spc="31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822" y="425196"/>
            <a:ext cx="1684496" cy="1280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549" y="450342"/>
            <a:ext cx="2303931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CHECKLIST 02 · LISTING PREP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996" y="946404"/>
            <a:ext cx="2059058" cy="2103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CLIENT HANDOUT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266444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Listing Prep for Sellers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1768578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Hand this to your sellers so every showing looks its best.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214348"/>
            <a:ext cx="1801868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CURB APPEAL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2401800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Fresh mulch &amp; mow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2710839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Repair visible fixes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3019877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Touch-up paint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411212"/>
            <a:ext cx="1442966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INSIDE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" y="3598664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Declutter &amp; depersonalize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" y="3907703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Deep clean, including windows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" y="4216741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Neutralize odors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" y="4525780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Define each room's purpose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" y="4834819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Set the table / stage key rooms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226153"/>
            <a:ext cx="3215545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FINAL TOUCHES BEFORE EACH SHOWING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" y="5413605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Lights on, blinds open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" y="5722644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Secure valuables &amp; medications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" y="6031682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Pets &amp; bowls away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" y="6340721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Trash out, counters clear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9678924"/>
            <a:ext cx="242137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THE REAL ESTATE CHECKLIST PACK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5604" y="9669780"/>
            <a:ext cx="1866876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MARISOLVANCE.COM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