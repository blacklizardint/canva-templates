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8155" cy="201168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4358"/>
            <a:ext cx="45261" cy="45261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0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50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96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96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50342"/>
            <a:ext cx="2258568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07 · OPEN 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24" y="946404"/>
            <a:ext cx="2132210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5730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Open House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5943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 polished open house, from signage to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Directional signs &amp; balloons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Sign-in ready (digital / QR)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Feature sheets printed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Lights on, blinds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Music 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Refreshments 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323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Secure valuables &amp; medications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323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Buyer follow-up plan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413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Post to social &amp; MLS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413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Day-of: greet, capture leads, debrief seller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