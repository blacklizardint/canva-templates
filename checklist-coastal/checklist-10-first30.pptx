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4872" y="1028930"/>
            <a:ext cx="45261" cy="45261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BEB7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332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46404"/>
            <a:ext cx="1169575" cy="21031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32636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14216" y="2232636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41675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14216" y="2541675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50713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4216" y="2850713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159752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14216" y="3159752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68791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14216" y="3468791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941493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BEB7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1" spc="31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822" y="425196"/>
            <a:ext cx="1684496" cy="1280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57816" y="450342"/>
            <a:ext cx="245466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CHECKLIST 10 · NEW HOMEOWNER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996" y="946404"/>
            <a:ext cx="2059058" cy="2103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CLIENT HANDOUT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266444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First 30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768578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Your first month in the new place — settle in safely and smartly.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2214348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Change the locks &amp; garage codes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2214348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Locate main water shut-off &amp; breaker panel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252338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Test / replace smoke &amp; CO detectors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252338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Find &amp; label the fuse box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" y="2832425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Deep clean before furniture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392" y="2832425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Note appliance models &amp; warranties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3141464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Set up trash / recycling schedule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9392" y="3141464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Meet the neighbors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" y="3450503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Save trusted local pros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" y="3663529"/>
            <a:ext cx="4133088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40000"/>
              </a:lnSpc>
            </a:pPr>
            <a:r>
              <a:rPr sz="792" b="0" i="1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Plumber, electrician, handyman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79392" y="3450503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Update homestead &amp; insurance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" y="3923205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File closing docs safely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9678924"/>
            <a:ext cx="242137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THE REAL ESTATE CHECKLIST PACK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5604" y="9669780"/>
            <a:ext cx="1866876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MARISOLVANCE.COM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