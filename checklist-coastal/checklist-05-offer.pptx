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8155" cy="201168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6868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1195" y="450342"/>
            <a:ext cx="2281285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05 · BUYER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24" y="946404"/>
            <a:ext cx="2132210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AGENT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Offer &amp; Under-Contract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5943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Keep a buyer deal on track from offer to clear-to-close.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Submit offer &amp; disclosures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Earnest money deposited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Acceptance &amp; timelines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Order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Negotiate repairs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Appraisal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Loan application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Title &amp; survey ordered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Homeowner's insurance 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Final walkthrough scheduled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7503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Clear to close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