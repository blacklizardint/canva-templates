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8930"/>
            <a:ext cx="45261" cy="45261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57800" y="2255496"/>
            <a:ext cx="6057400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57800" y="3761399"/>
            <a:ext cx="6057400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98948" y="4958263"/>
            <a:ext cx="6016252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707" y="6464165"/>
            <a:ext cx="6227493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946404"/>
            <a:ext cx="1169575" cy="21031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2008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2912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3816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47204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2599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3502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4406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2285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43189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4093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049970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62875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693779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7246834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0578" y="450342"/>
            <a:ext cx="2071902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09 · MOVING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96" y="946404"/>
            <a:ext cx="2059058" cy="2103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 HANDOUT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266444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Moving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768578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 four-week countdown to a calm move-in day.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14348"/>
            <a:ext cx="1806440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4 WEEKS 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240180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Book movers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271083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Change address (USPS)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01987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Transfer / set up utilities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32891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Forward 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20251"/>
            <a:ext cx="1806440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2 WEEKS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390770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Update accounts &amp; subscriptions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" y="421674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Pack room-by-room &amp;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452578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Confirm move date &amp; elevator / parking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17115"/>
            <a:ext cx="1847588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MOVING WEEK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510456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Set aside an essentials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4136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Defrost the fridge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572264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Photograph electronics setups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603168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Keep valuables with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23017"/>
            <a:ext cx="1636347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FIRST 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" y="661046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Locate water shut-off &amp; breaker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691950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Test smoke detectors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" y="722854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Change the locks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