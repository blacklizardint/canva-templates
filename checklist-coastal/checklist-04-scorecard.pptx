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8930"/>
            <a:ext cx="45261" cy="45261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18386"/>
            <a:ext cx="317296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518386"/>
            <a:ext cx="1586484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28716" y="2518386"/>
            <a:ext cx="1586484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9092" y="2801850"/>
            <a:ext cx="5436108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51181" y="4980694"/>
            <a:ext cx="5864019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946404"/>
            <a:ext cx="1169575" cy="21031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644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6" y="296644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7548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4216" y="327548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8451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6" y="358451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9355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4216" y="389355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259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420259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1163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4216" y="451163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9616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2032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63240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84448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656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6864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48072" y="5145286"/>
            <a:ext cx="438912" cy="438912"/>
          </a:xfrm>
          <a:prstGeom prst="ellipse">
            <a:avLst/>
          </a:prstGeom>
          <a:noFill/>
          <a:ln w="6350">
            <a:solidFill>
              <a:srgbClr val="8A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812798"/>
            <a:ext cx="6858000" cy="960120"/>
          </a:xfrm>
          <a:prstGeom prst="rect">
            <a:avLst/>
          </a:prstGeom>
          <a:noFill/>
          <a:ln w="6350">
            <a:solidFill>
              <a:srgbClr val="BE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0222" y="450342"/>
            <a:ext cx="2632258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04 · SHOWING SCORECARD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996" y="946404"/>
            <a:ext cx="2059058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 HANDOUT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266444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Showing Scorecard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68578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fill-in card to score every home you tour. Print one per showing and compare with a clear head later.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349222"/>
            <a:ext cx="4270248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PROPERTY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2349222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LIST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8716" y="2349222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DATE TOURED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760702"/>
            <a:ext cx="242773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WALK THROUGH &amp; 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" y="294815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First impression / curb appeal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94815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Layout &amp;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325719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Natural light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325719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Kitchen condition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" y="356623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Bath condition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356623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Primary suite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387527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Storage &amp; closets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87527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Mechanicals age (HVAC / roof / water heater)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41843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Yard &amp; outdoor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9392" y="41843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Noise &amp; neighbors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449334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Commute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449334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Pet / lifestyle 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939546"/>
            <a:ext cx="1999821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GUT-FEEL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9616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0824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05656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26864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8072" y="514528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" y="5908810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