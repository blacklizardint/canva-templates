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238155" cy="201168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4358"/>
            <a:ext cx="45261" cy="45261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2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2349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23492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3253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3253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41569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41569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1427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314271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23310"/>
            <a:ext cx="164592" cy="164592"/>
          </a:xfrm>
          <a:prstGeom prst="rect">
            <a:avLst/>
          </a:prstGeom>
          <a:noFill/>
          <a:ln w="6350">
            <a:solidFill>
              <a:srgbClr val="A98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EB7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822" y="425196"/>
            <a:ext cx="1684496" cy="12801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2680" y="450342"/>
            <a:ext cx="2399800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CHECKLIST 03 · BUYER CONSULT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424" y="946404"/>
            <a:ext cx="2132210" cy="20116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AGENT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257300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Buyer Consultation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759434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Set expectations and a real search strategy in the first meeting.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2205204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Confirm pre-approval &amp; lender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2205204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Establish budget &amp; monthly comfort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51424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Must-haves vs. nice-to-haves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251424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Preferred areas &amp; commute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282328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Timeline &amp; lease 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282328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Review buyer agency agreement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3036308"/>
            <a:ext cx="4133088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40000"/>
              </a:lnSpc>
            </a:pPr>
            <a:r>
              <a:rPr sz="792" b="0" i="1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NAR-compliant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29598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Explain the buying process &amp; costs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329598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Set up MLS search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60502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Schedule first tours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THE REAL ESTATE CHECKLIST PACK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5604" y="9669780"/>
            <a:ext cx="1866876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