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4872" y="1028930"/>
            <a:ext cx="45261" cy="45261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BEB7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332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46404"/>
            <a:ext cx="1169575" cy="21031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32636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541675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850713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159752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468791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941493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250531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559570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868608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BEB7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1" spc="31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822" y="425196"/>
            <a:ext cx="1684496" cy="1280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623" y="450342"/>
            <a:ext cx="2285857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CHECKLIST 08 · CLOSING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996" y="946404"/>
            <a:ext cx="2059058" cy="2103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CLIENT HANDOUT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266444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Closing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768578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Bring this to the table so nothing slows down your close.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2214348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Bring government photo 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2523387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Bring certified funds / confirm wire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2832425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Review final settlement statement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141464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Final walkthrough done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450503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Cashier's check or wire confirmed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3663529"/>
            <a:ext cx="7690104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40000"/>
              </a:lnSpc>
            </a:pPr>
            <a:r>
              <a:rPr sz="792" b="0" i="1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Verify wire instructions by phone — never trust emailed changes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" y="3923205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Sign documents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4232243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Collect keys, remotes &amp; codes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4541282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Confirm recording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4850320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Save your closing packet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9678924"/>
            <a:ext cx="242137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THE REAL ESTATE CHECKLIST PACK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5604" y="9669780"/>
            <a:ext cx="1866876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MARISOLVANCE.COM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