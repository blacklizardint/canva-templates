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332309" cy="201168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4358"/>
            <a:ext cx="45261" cy="45261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09242"/>
            <a:ext cx="4401336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4568" y="2509242"/>
            <a:ext cx="2200632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84985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84985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" y="316989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316989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" y="348993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348993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" y="380997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380997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" y="413001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413001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" y="445005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445005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" y="477009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477009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" y="509013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5090136"/>
            <a:ext cx="3035808" cy="4572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6984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4216" y="276984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8988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14216" y="308988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40992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4216" y="340992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2996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14216" y="372996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05000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14216" y="405000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7004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14216" y="437004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69008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14216" y="469008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1012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14216" y="501012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421606"/>
            <a:ext cx="6858000" cy="1097280"/>
          </a:xfrm>
          <a:prstGeom prst="rect">
            <a:avLst/>
          </a:prstGeom>
          <a:noFill/>
          <a:ln w="6350">
            <a:solidFill>
              <a:srgbClr val="BE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71746" y="450342"/>
            <a:ext cx="244073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11 · BUILD YOUR 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24" y="946404"/>
            <a:ext cx="2226365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REUSABLE TEMPLATE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125730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Build Your 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1759434"/>
            <a:ext cx="5285232" cy="3703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 blank, branded checklist — duplicate it for any workflow you run, fill in the title, and the pack never stops being useful.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2340078"/>
            <a:ext cx="5498616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4568" y="2340078"/>
            <a:ext cx="3297912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" y="5517618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NOTES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