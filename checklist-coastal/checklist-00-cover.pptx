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29904"/>
            <a:ext cx="292608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08192"/>
            <a:ext cx="2668191" cy="4572"/>
          </a:xfrm>
          <a:prstGeom prst="rect">
            <a:avLst/>
          </a:prstGeom>
          <a:solidFill>
            <a:srgbClr val="6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7009" y="6108192"/>
            <a:ext cx="2668191" cy="4572"/>
          </a:xfrm>
          <a:prstGeom prst="rect">
            <a:avLst/>
          </a:prstGeom>
          <a:solidFill>
            <a:srgbClr val="6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5D57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F3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6614755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6906435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7198114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489793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81473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8073152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6614755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6906435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69080" y="7198114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69080" y="7489793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7781473"/>
            <a:ext cx="3246120" cy="0"/>
          </a:xfrm>
          <a:prstGeom prst="line">
            <a:avLst/>
          </a:prstGeom>
          <a:ln w="6350">
            <a:solidFill>
              <a:srgbClr val="4A44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5953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5377" y="450342"/>
            <a:ext cx="196710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00 / 12 — THE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101852"/>
            <a:ext cx="7955280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LUXE AGENT · FOR REALTORS &amp; THEIR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44168"/>
            <a:ext cx="7955280" cy="4048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6000"/>
              </a:lnSpc>
            </a:pPr>
            <a:r>
              <a:rPr sz="3095" b="0" i="1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The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721572"/>
            <a:ext cx="7955280" cy="7493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4000"/>
              </a:lnSpc>
            </a:pPr>
            <a:r>
              <a:rPr sz="6048" b="0" i="0" spc="-12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43520"/>
            <a:ext cx="7955280" cy="5212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887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Pack.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38464"/>
            <a:ext cx="5010912" cy="410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971" b="0" i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Twelve done-for-you checklists — from pre-listing to keys-in-hand. A polished mix of agent workflows and client-facing handouts, ready to edit, brand, and print.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4263" y="6071616"/>
            <a:ext cx="2381155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WHAT'S INSIDE · 12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91656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387084"/>
            <a:ext cx="3725251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Pre-Listing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9219" y="6437376"/>
            <a:ext cx="1331381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83335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678763"/>
            <a:ext cx="371317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Listing Prep for Sellers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7146" y="6729055"/>
            <a:ext cx="1343454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975015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970443"/>
            <a:ext cx="3725251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Buyer Consultation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9219" y="7020735"/>
            <a:ext cx="1331381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266694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7262122"/>
            <a:ext cx="371317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Showing Scorecard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7146" y="7312414"/>
            <a:ext cx="1343454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7558373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7553801"/>
            <a:ext cx="3725251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Offer &amp; Under-Contract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9219" y="7604093"/>
            <a:ext cx="1331381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850053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7845481"/>
            <a:ext cx="3725251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Seller Under-Contract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69219" y="7895773"/>
            <a:ext cx="1331381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6391656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6387084"/>
            <a:ext cx="3725251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Open House Prep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1099" y="6437376"/>
            <a:ext cx="1331381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6683335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1688" y="6678763"/>
            <a:ext cx="371317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Closing 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9026" y="6729055"/>
            <a:ext cx="1343454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6975015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6970443"/>
            <a:ext cx="371317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Moving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9026" y="7020735"/>
            <a:ext cx="1343454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7266694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7262122"/>
            <a:ext cx="371317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First 30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9026" y="7312414"/>
            <a:ext cx="1343454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7558373"/>
            <a:ext cx="1298448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1688" y="7553801"/>
            <a:ext cx="360673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Build Your 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2584" y="7604093"/>
            <a:ext cx="144989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