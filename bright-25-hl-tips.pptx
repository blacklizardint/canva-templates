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FBFA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714750" y="3228975"/>
            <a:ext cx="2857500" cy="2857500"/>
          </a:xfrm>
          <a:prstGeom prst="ellipse">
            <a:avLst/>
          </a:prstGeom>
          <a:noFill/>
          <a:ln w="9525">
            <a:solidFill>
              <a:srgbClr val="97A9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905375" y="7048500"/>
            <a:ext cx="476250" cy="9525"/>
          </a:xfrm>
          <a:prstGeom prst="rect">
            <a:avLst/>
          </a:prstGeom>
          <a:solidFill>
            <a:srgbClr val="E6D2C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62798" y="6562725"/>
            <a:ext cx="1599248" cy="314325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1650" i="0" b="0" spc="693">
                <a:solidFill>
                  <a:srgbClr val="33322E"/>
                </a:solidFill>
                <a:latin typeface="Poppins"/>
                <a:ea typeface="Poppins"/>
                <a:cs typeface="Poppins"/>
              </a:rPr>
              <a:t>TIPS</a:t>
            </a:r>
          </a:p>
        </p:txBody>
      </p:sp>
      <p:pic>
        <p:nvPicPr>
          <p:cNvPr id="6" name="Picture 5" descr="bright-25-hl-tips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29125" y="3943350"/>
            <a:ext cx="1428750" cy="14287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