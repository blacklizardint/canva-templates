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39455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80646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8634" y="914400"/>
            <a:ext cx="2247186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02 · JUST SOLD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8173" y="2116931"/>
            <a:ext cx="2130504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JUST SOLD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2057400" y="2616994"/>
            <a:ext cx="14401800" cy="153828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127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Sold.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4441031"/>
            <a:ext cx="6477000" cy="58459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65000"/>
              </a:lnSpc>
            </a:pPr>
            <a:r>
              <a:rPr sz="1350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Another happy family in their dream home. Congratulations to the new owners of 117 Larkspur Lane — wishing you many bright mornings ahead.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406628"/>
            <a:ext cx="144018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LISTED &amp; CLOSED BY MAYA ELLISON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3232" y="9372600"/>
            <a:ext cx="2815828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THINKING OF SELLING?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