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656" dirty="0"/>
          </a:p>
        </p:txBody>
      </p:sp>
      <p:sp>
        <p:nvSpPr>
          <p:cNvPr id="4" name="Text 2"/>
          <p:cNvSpPr/>
          <p:nvPr/>
        </p:nvSpPr>
        <p:spPr>
          <a:xfrm>
            <a:off x="4762500" y="89535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 08 · CONTACT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876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6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CONNECT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2990850"/>
            <a:ext cx="876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8100" i="1" spc="-2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Let's talk</a:t>
            </a:r>
            <a:endParaRPr lang="en-US" sz="810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8100" b="1" spc="-200" kern="0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about home.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762000" y="59626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381250" y="59055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(480) 555-0182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762000" y="6496050"/>
            <a:ext cx="8763000" cy="0"/>
          </a:xfrm>
          <a:prstGeom prst="line">
            <a:avLst/>
          </a:prstGeom>
          <a:noFill/>
          <a:ln w="6350">
            <a:solidFill>
              <a:srgbClr val="343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68770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381250" y="68199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hello@alexandramonroe.com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762000" y="7410450"/>
            <a:ext cx="8763000" cy="0"/>
          </a:xfrm>
          <a:prstGeom prst="line">
            <a:avLst/>
          </a:prstGeom>
          <a:noFill/>
          <a:ln w="6350">
            <a:solidFill>
              <a:srgbClr val="343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77914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381250" y="77343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@alexandramonroe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762000" y="8324850"/>
            <a:ext cx="8763000" cy="0"/>
          </a:xfrm>
          <a:prstGeom prst="line">
            <a:avLst/>
          </a:prstGeom>
          <a:noFill/>
          <a:ln w="6350">
            <a:solidFill>
              <a:srgbClr val="343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87058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381250" y="86487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alexandramonroe.com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762000" y="9239250"/>
            <a:ext cx="8763000" cy="0"/>
          </a:xfrm>
          <a:prstGeom prst="line">
            <a:avLst/>
          </a:prstGeom>
          <a:noFill/>
          <a:ln w="6350">
            <a:solidFill>
              <a:srgbClr val="343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00" y="10058400"/>
            <a:ext cx="876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62000" y="10401300"/>
            <a:ext cx="876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264" kern="0" dirty="0">
                <a:solidFill>
                  <a:srgbClr val="9794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762000" y="16535400"/>
            <a:ext cx="8763000" cy="7048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1684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1276350" y="16535400"/>
            <a:ext cx="66675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36" kern="0" dirty="0">
                <a:solidFill>
                  <a:srgbClr val="F5F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A DM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72500" y="16535400"/>
            <a:ext cx="762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62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762000" y="17583150"/>
            <a:ext cx="876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715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264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ALEXANDRAMONROE.COM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2026-06-02T21:15:35Z</dcterms:created>
  <dcterms:modified xsi:type="dcterms:W3CDTF">2026-06-02T21:15:35Z</dcterms:modified>
</cp:coreProperties>
</file>