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6583" cy="214884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31216"/>
            <a:ext cx="45261" cy="45261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64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64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33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733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2753" y="450342"/>
            <a:ext cx="2389727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06 · SELLER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24" y="946404"/>
            <a:ext cx="2130639" cy="21488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71016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Seller Under-Contract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73150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Coordinate the seller side from executed contract to closing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Executed contract to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earnest 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Schedule inspection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Respond to repair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Coordinate appraisal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Track loan milestones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460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Order payoff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460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Gather warranties &amp; manuals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550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Schedule utilities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550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closing date &amp; 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