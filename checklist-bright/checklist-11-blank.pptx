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393192"/>
            <a:ext cx="2286" cy="182880"/>
          </a:xfrm>
          <a:prstGeom prst="rect">
            <a:avLst/>
          </a:prstGeom>
          <a:solidFill>
            <a:srgbClr val="333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46404"/>
            <a:ext cx="1329523" cy="214884"/>
          </a:xfrm>
          <a:prstGeom prst="rect">
            <a:avLst/>
          </a:prstGeom>
          <a:solidFill>
            <a:srgbClr val="333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0300" y="1031216"/>
            <a:ext cx="45261" cy="45261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522958"/>
            <a:ext cx="4401336" cy="4572"/>
          </a:xfrm>
          <a:prstGeom prst="rect">
            <a:avLst/>
          </a:prstGeom>
          <a:solidFill>
            <a:srgbClr val="8A8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14568" y="2522958"/>
            <a:ext cx="2200632" cy="4572"/>
          </a:xfrm>
          <a:prstGeom prst="rect">
            <a:avLst/>
          </a:prstGeom>
          <a:solidFill>
            <a:srgbClr val="8A8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2376" y="2863572"/>
            <a:ext cx="3035808" cy="4572"/>
          </a:xfrm>
          <a:prstGeom prst="rect">
            <a:avLst/>
          </a:prstGeom>
          <a:solidFill>
            <a:srgbClr val="8A8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79392" y="2863572"/>
            <a:ext cx="3035808" cy="4572"/>
          </a:xfrm>
          <a:prstGeom prst="rect">
            <a:avLst/>
          </a:prstGeom>
          <a:solidFill>
            <a:srgbClr val="8A8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2376" y="3183612"/>
            <a:ext cx="3035808" cy="4572"/>
          </a:xfrm>
          <a:prstGeom prst="rect">
            <a:avLst/>
          </a:prstGeom>
          <a:solidFill>
            <a:srgbClr val="8A8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79392" y="3183612"/>
            <a:ext cx="3035808" cy="4572"/>
          </a:xfrm>
          <a:prstGeom prst="rect">
            <a:avLst/>
          </a:prstGeom>
          <a:solidFill>
            <a:srgbClr val="8A8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22376" y="3503652"/>
            <a:ext cx="3035808" cy="4572"/>
          </a:xfrm>
          <a:prstGeom prst="rect">
            <a:avLst/>
          </a:prstGeom>
          <a:solidFill>
            <a:srgbClr val="8A8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79392" y="3503652"/>
            <a:ext cx="3035808" cy="4572"/>
          </a:xfrm>
          <a:prstGeom prst="rect">
            <a:avLst/>
          </a:prstGeom>
          <a:solidFill>
            <a:srgbClr val="8A8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2376" y="3823692"/>
            <a:ext cx="3035808" cy="4572"/>
          </a:xfrm>
          <a:prstGeom prst="rect">
            <a:avLst/>
          </a:prstGeom>
          <a:solidFill>
            <a:srgbClr val="8A8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3823692"/>
            <a:ext cx="3035808" cy="4572"/>
          </a:xfrm>
          <a:prstGeom prst="rect">
            <a:avLst/>
          </a:prstGeom>
          <a:solidFill>
            <a:srgbClr val="8A8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22376" y="4143732"/>
            <a:ext cx="3035808" cy="4572"/>
          </a:xfrm>
          <a:prstGeom prst="rect">
            <a:avLst/>
          </a:prstGeom>
          <a:solidFill>
            <a:srgbClr val="8A8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79392" y="4143732"/>
            <a:ext cx="3035808" cy="4572"/>
          </a:xfrm>
          <a:prstGeom prst="rect">
            <a:avLst/>
          </a:prstGeom>
          <a:solidFill>
            <a:srgbClr val="8A8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2376" y="4463772"/>
            <a:ext cx="3035808" cy="4572"/>
          </a:xfrm>
          <a:prstGeom prst="rect">
            <a:avLst/>
          </a:prstGeom>
          <a:solidFill>
            <a:srgbClr val="8A8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79392" y="4463772"/>
            <a:ext cx="3035808" cy="4572"/>
          </a:xfrm>
          <a:prstGeom prst="rect">
            <a:avLst/>
          </a:prstGeom>
          <a:solidFill>
            <a:srgbClr val="8A8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2376" y="4783812"/>
            <a:ext cx="3035808" cy="4572"/>
          </a:xfrm>
          <a:prstGeom prst="rect">
            <a:avLst/>
          </a:prstGeom>
          <a:solidFill>
            <a:srgbClr val="8A8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79392" y="4783812"/>
            <a:ext cx="3035808" cy="4572"/>
          </a:xfrm>
          <a:prstGeom prst="rect">
            <a:avLst/>
          </a:prstGeom>
          <a:solidFill>
            <a:srgbClr val="8A8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2376" y="5103852"/>
            <a:ext cx="3035808" cy="4572"/>
          </a:xfrm>
          <a:prstGeom prst="rect">
            <a:avLst/>
          </a:prstGeom>
          <a:solidFill>
            <a:srgbClr val="8A8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79392" y="5103852"/>
            <a:ext cx="3035808" cy="4572"/>
          </a:xfrm>
          <a:prstGeom prst="rect">
            <a:avLst/>
          </a:prstGeom>
          <a:solidFill>
            <a:srgbClr val="8A8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457200" y="717804"/>
            <a:ext cx="6858000" cy="0"/>
          </a:xfrm>
          <a:prstGeom prst="line">
            <a:avLst/>
          </a:prstGeom>
          <a:ln w="6350">
            <a:solidFill>
              <a:srgbClr val="C2C0B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  <a:ln w="6350">
            <a:solidFill>
              <a:srgbClr val="333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2783562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014216" y="2783562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3103602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014216" y="3103602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3423642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14216" y="3423642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3743682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014216" y="3743682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4063722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014216" y="4063722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4383762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014216" y="4383762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4703802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014216" y="4703802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" y="5023842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014216" y="5023842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5435322"/>
            <a:ext cx="6858000" cy="1097280"/>
          </a:xfrm>
          <a:prstGeom prst="rect">
            <a:avLst/>
          </a:prstGeom>
          <a:noFill/>
          <a:ln w="6350">
            <a:solidFill>
              <a:srgbClr val="C2C0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457200" y="9582912"/>
            <a:ext cx="6858000" cy="0"/>
          </a:xfrm>
          <a:prstGeom prst="line">
            <a:avLst/>
          </a:prstGeom>
          <a:ln w="6350">
            <a:solidFill>
              <a:srgbClr val="C2C0B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786" b="0" i="1" spc="31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1822" y="416052"/>
            <a:ext cx="1642491" cy="1417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792" b="0" i="1" spc="3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Maya Ellison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93035" y="450342"/>
            <a:ext cx="2419445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42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CHECKLIST 11 · BUILD YOUR OWN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0424" y="946404"/>
            <a:ext cx="2223579" cy="21488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540" b="1" i="0" spc="151">
                <a:solidFill>
                  <a:srgbClr val="FBFAF7"/>
                </a:solidFill>
                <a:latin typeface="Poppins"/>
                <a:ea typeface="Poppins"/>
                <a:cs typeface="Poppins"/>
              </a:rPr>
              <a:t>REUSABLE TEMPLATE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1271016"/>
            <a:ext cx="7955280" cy="45641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2000"/>
              </a:lnSpc>
            </a:pPr>
            <a:r>
              <a:rPr sz="3311" b="0" i="1" spc="-66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Build Your Own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1773150"/>
            <a:ext cx="5285232" cy="3703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900" b="0" i="0">
                <a:solidFill>
                  <a:srgbClr val="8A867E"/>
                </a:solidFill>
                <a:latin typeface="Lato"/>
                <a:ea typeface="Lato"/>
                <a:cs typeface="Lato"/>
              </a:rPr>
              <a:t>A blank, branded checklist — duplicate it for any workflow you run, fill in the title, and the pack never stops being useful.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2353794"/>
            <a:ext cx="5498616" cy="868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68" b="1" i="0" spc="140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CHECKLIST TITLE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14568" y="2353794"/>
            <a:ext cx="3297912" cy="868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68" b="1" i="0" spc="140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SECTION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9788" y="5531334"/>
            <a:ext cx="7690104" cy="8229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32" b="1" i="0" spc="138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NOTES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9678924"/>
            <a:ext cx="2414373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0" i="0" spc="126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THE REAL ESTATE CHECKLIST PACK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251" y="9665208"/>
            <a:ext cx="1829229" cy="10058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26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MAYAELLISON.COM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