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35788"/>
            <a:ext cx="45261" cy="45261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78147" cy="224028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635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5539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6442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7346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8250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5520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642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573286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823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121" y="450342"/>
            <a:ext cx="2297359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08 · CLOSING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96" y="946404"/>
            <a:ext cx="2067631" cy="2240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 HANDOUT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8016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Closing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8229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Bring this to the table so nothing slows down your close.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2806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Bring government photo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53710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Bring certified funds / confirm wire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84614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Review final settlement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15518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Final walkthrough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6421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Cashier's check or wire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677245"/>
            <a:ext cx="7690104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67E"/>
                </a:solidFill>
                <a:latin typeface="Lato"/>
                <a:ea typeface="Lato"/>
                <a:cs typeface="Lato"/>
              </a:rPr>
              <a:t>Verify wire instructions by phone — never trust emailed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393692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Sign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24595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Collect keys, remotes &amp;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55499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recording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86403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Save your closing packet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