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35788"/>
            <a:ext cx="45261" cy="45261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66730" y="2269212"/>
            <a:ext cx="6048470" cy="4572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9757" y="3466076"/>
            <a:ext cx="6405443" cy="4572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81335" y="5281017"/>
            <a:ext cx="4633865" cy="4572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46404"/>
            <a:ext cx="1178147" cy="224028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3380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42843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51881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3066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3970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4874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57784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66823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445609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75464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063686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372725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822" y="416052"/>
            <a:ext cx="1642491" cy="1417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8765" y="450342"/>
            <a:ext cx="2293715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CHECKLIST 02 · LISTING PREP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96" y="946404"/>
            <a:ext cx="2067631" cy="22402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CLIENT HANDOUT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280160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Listing Prep for Sellers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782294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67E"/>
                </a:solidFill>
                <a:latin typeface="Lato"/>
                <a:ea typeface="Lato"/>
                <a:cs typeface="Lato"/>
              </a:rPr>
              <a:t>Hand this to your sellers so every showing looks its best.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228064"/>
            <a:ext cx="1815370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CURB APPEAL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241551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Fresh mulch &amp; mow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272455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Repair visible fixes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03359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Touch-up paint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24928"/>
            <a:ext cx="1458397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INSIDE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61238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Declutter &amp; depersonalize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92141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Deep clean, including windows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423045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Neutralize odors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4539496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Define each room's purpose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484853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Set the table / stage key rooms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39869"/>
            <a:ext cx="3229975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FINAL TOUCHES BEFORE EACH SHOWING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542732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Lights on, blinds open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573636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Secure valuables &amp; medications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604539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Pets &amp; bowls away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635443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Trash out, counters clear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9678924"/>
            <a:ext cx="24143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THE REAL ESTATE CHECKLIST PACK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251" y="9665208"/>
            <a:ext cx="1829229" cy="1005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