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35788"/>
            <a:ext cx="45261" cy="45261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59800" y="2269212"/>
            <a:ext cx="6055400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52514" y="3775115"/>
            <a:ext cx="6062686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04877" y="4971979"/>
            <a:ext cx="6010323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4638" y="6477881"/>
            <a:ext cx="6210562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46404"/>
            <a:ext cx="1178147" cy="224028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3380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284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5188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60920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970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4874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5778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3657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44560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5464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063686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64247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695151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7260550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5649" y="450342"/>
            <a:ext cx="2076831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09 · MOVING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96" y="946404"/>
            <a:ext cx="2067631" cy="2240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 HANDOUT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28016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Moving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78229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A four-week countdown to a calm move-in day.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28064"/>
            <a:ext cx="180844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4 WEEKS 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241551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Book movers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272455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Change address (USPS)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03359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Transfer / set up utilities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34263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Forward 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33967"/>
            <a:ext cx="1801154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2 WEEKS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392141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Update accounts &amp; subscriptions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" y="423045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Pack room-by-room &amp;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453949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Confirm move date &amp; elevator / parking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30831"/>
            <a:ext cx="1853517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MOVING WEEK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511828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Set aside an essentials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42732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Defrost the fridge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573636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Photograph electronics setups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604539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Keep valuables with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36733"/>
            <a:ext cx="1653278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FIRST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" y="662418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Locate water shut-off &amp; breaker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6933224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Test smoke detectors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" y="724226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Change the locks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