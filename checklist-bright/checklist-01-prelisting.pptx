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6583" cy="214884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68532" y="2260068"/>
            <a:ext cx="5346668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1629" y="3456932"/>
            <a:ext cx="5143571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6717" y="5271873"/>
            <a:ext cx="6148483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4660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3369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4273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215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05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3960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48640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5767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3646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4550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5454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6358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9556" y="450342"/>
            <a:ext cx="225292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01 · PRE-LISTING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24" y="946404"/>
            <a:ext cx="213063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AGENT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Pre-Listing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73150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Everything to run before the sign goes up — from comps to a clean MLS entry.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18920"/>
            <a:ext cx="251717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BEFORE THE APPOINTMENT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40637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Research comps &amp; pull CMA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1541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ownership &amp; 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2444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Prep listing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15784"/>
            <a:ext cx="2720269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AT THE LISTING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0323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Sign listing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91227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NAR-compliant agency disclosures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2131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Order photography &amp; floor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3035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Write MLS 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3939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staging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30725"/>
            <a:ext cx="1715357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GOING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1817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Schedule sign &amp; lockbox install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2721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Discuss pre-list inspections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3625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go-live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4529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QC MLS entry before publishing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