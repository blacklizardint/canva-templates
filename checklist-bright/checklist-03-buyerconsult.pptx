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6583" cy="214884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2798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32798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37026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4037" y="450342"/>
            <a:ext cx="239844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03 · BUYER CONSULT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24" y="946404"/>
            <a:ext cx="213063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AGENT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Buyer Consultation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73150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Set expectations and a real search strategy in the first meeting.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pre-approval &amp; lender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Establish budget &amp; monthly comfort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Must-haves vs. nice-to-haves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Preferred areas &amp; commute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Timeline &amp; lease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Review buyer agency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050024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67E"/>
                </a:solidFill>
                <a:latin typeface="Lato"/>
                <a:ea typeface="Lato"/>
                <a:cs typeface="Lato"/>
              </a:rPr>
              <a:t>NAR-compliant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30969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Explain the buying process &amp;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30969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up MLS search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61873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Schedule first tours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