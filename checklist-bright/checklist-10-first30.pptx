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35788"/>
            <a:ext cx="45261" cy="45261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333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46404"/>
            <a:ext cx="1178147" cy="224028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4635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14216" y="2246352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5539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14216" y="2555391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6442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14216" y="286442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7346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4216" y="3173468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8250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4216" y="3482507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55209"/>
            <a:ext cx="164592" cy="164592"/>
          </a:xfrm>
          <a:prstGeom prst="rect">
            <a:avLst/>
          </a:prstGeom>
          <a:noFill/>
          <a:ln w="6350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2C0B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1" spc="31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822" y="416052"/>
            <a:ext cx="1642491" cy="1417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5817" y="450342"/>
            <a:ext cx="244666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CHECKLIST 10 · NEW HOMEOWNER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996" y="946404"/>
            <a:ext cx="2067631" cy="2240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CLIENT HANDOUT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1280160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First 30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782294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67E"/>
                </a:solidFill>
                <a:latin typeface="Lato"/>
                <a:ea typeface="Lato"/>
                <a:cs typeface="Lato"/>
              </a:rPr>
              <a:t>Your first month in the new place — settle in safely and smartly.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222806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Change the locks &amp; garage codes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228064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Locate main water shut-off &amp; breaker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253710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Test / replace smoke &amp; CO detectors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2537103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Find &amp; label the fuse 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284614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Deep clean before furniture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284614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Note appliance models &amp; warranties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315518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Set up trash / recycling schedule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3155180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Meet the neighbors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46421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Save trusted local pros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677245"/>
            <a:ext cx="4133088" cy="16823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40000"/>
              </a:lnSpc>
            </a:pPr>
            <a:r>
              <a:rPr sz="792" b="0" i="1">
                <a:solidFill>
                  <a:srgbClr val="8A867E"/>
                </a:solidFill>
                <a:latin typeface="Lato"/>
                <a:ea typeface="Lato"/>
                <a:cs typeface="Lato"/>
              </a:rPr>
              <a:t>Plumber, electrician, handyman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346421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Update homestead &amp; insurance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393692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33322E"/>
                </a:solidFill>
                <a:latin typeface="Lato"/>
                <a:ea typeface="Lato"/>
                <a:cs typeface="Lato"/>
              </a:rPr>
              <a:t>File closing docs safely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9678924"/>
            <a:ext cx="2414373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THE REAL ESTATE CHECKLIST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251" y="9665208"/>
            <a:ext cx="1829229" cy="1005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