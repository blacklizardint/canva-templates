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4872" y="1026644"/>
            <a:ext cx="45261" cy="45261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C0B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46404"/>
            <a:ext cx="1219867" cy="205740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28064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14216" y="2228064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37103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14216" y="2537103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46141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4216" y="2846141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155180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14216" y="3155180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64219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14216" y="3464219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936921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C0B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356616"/>
            <a:ext cx="265176" cy="265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86" b="0" i="1" spc="31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822" y="406908"/>
            <a:ext cx="191002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Alexandra Monroe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89236" y="450342"/>
            <a:ext cx="252324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CHECKLIST 10 · NEW HOMEOWNER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937260"/>
            <a:ext cx="1247299" cy="2331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40" b="1" i="0" spc="151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CLIENT HANDOUT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261872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First 30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764006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7D63"/>
                </a:solidFill>
                <a:latin typeface="Lato"/>
                <a:ea typeface="Lato"/>
                <a:cs typeface="Lato"/>
              </a:rPr>
              <a:t>Your first month in the new place — settle in safely and smartly.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2209776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Change the locks &amp; garage codes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2209776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Locate main water shut-off &amp; breaker panel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2518815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Test / replace smoke &amp; CO detectors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2518815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Find &amp; label the fuse box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" y="2827853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Deep clean before furniture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9392" y="2827853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Note appliance models &amp; warranties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3136892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Set up trash / recycling schedule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9392" y="3136892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Meet the neighbors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" y="344593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Save trusted local pros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" y="3658957"/>
            <a:ext cx="4133088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40000"/>
              </a:lnSpc>
            </a:pPr>
            <a:r>
              <a:rPr sz="792" b="0" i="1">
                <a:solidFill>
                  <a:srgbClr val="8A7D63"/>
                </a:solidFill>
                <a:latin typeface="Lato"/>
                <a:ea typeface="Lato"/>
                <a:cs typeface="Lato"/>
              </a:rPr>
              <a:t>Plumber, electrician, handyman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79392" y="344593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Update homestead &amp; insurance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" y="3918633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File closing docs safely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9678924"/>
            <a:ext cx="2503670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7D63"/>
                </a:solidFill>
                <a:latin typeface="Montserrat"/>
                <a:ea typeface="Montserrat"/>
                <a:cs typeface="Montserrat"/>
              </a:rPr>
              <a:t>THE REAL ESTATE CHECKLIST PACK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860" y="9669780"/>
            <a:ext cx="210262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ALEXANDRAMONROE.COM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