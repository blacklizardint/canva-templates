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97591" cy="1965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8329" y="2241780"/>
            <a:ext cx="5256871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1354" y="3438644"/>
            <a:ext cx="5053846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5253585"/>
            <a:ext cx="6126480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06372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1541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2444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032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22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2131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30352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3939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1817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2721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3625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4529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191" y="450342"/>
            <a:ext cx="2313289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01 · PRE-LISTING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37260"/>
            <a:ext cx="1325023" cy="2240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0A0A0A"/>
                </a:solidFill>
                <a:latin typeface="Montserrat"/>
                <a:ea typeface="Montserrat"/>
                <a:cs typeface="Montserrat"/>
              </a:rPr>
              <a:t>AGENT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Pre-Listing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Everything to run before the sign goes up — from comps to a clean MLS entry.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00632"/>
            <a:ext cx="2606969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THE APPOINTMENT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38808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Research comps &amp; pull CMA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69712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ownership &amp; 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0616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Prep listing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397496"/>
            <a:ext cx="2809994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AT THE LISTING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8494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Sign listing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89398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NAR-compliant agency disclosures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0302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Order photography &amp; floor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1206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Write MLS 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211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staging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437"/>
            <a:ext cx="173736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GOING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39988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Schedule sign &amp; lockbox install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089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Discuss pre-list inspections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1796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go-live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270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QC MLS entry before publishing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