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97591" cy="1965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6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46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50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50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0384" y="450342"/>
            <a:ext cx="2482096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06 · SELLER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37260"/>
            <a:ext cx="1325023" cy="2240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0A0A0A"/>
                </a:solidFill>
                <a:latin typeface="Montserrat"/>
                <a:ea typeface="Montserrat"/>
                <a:cs typeface="Montserrat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Seller Under-Contract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Coordinate the seller side from executed contract to closing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Executed contract to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earnest 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Schedule inspection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Respond to repair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Coordinate appraisal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Track loan milestones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Order payoff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Gather warranties &amp; manuals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Schedule utilities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closing date &amp; 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