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97591" cy="19659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1892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1892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2795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2795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699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3699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0969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30969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8738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4100" y="450342"/>
            <a:ext cx="246838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03 · BUYER CONSULT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37260"/>
            <a:ext cx="1325023" cy="2240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" b="1" i="0" spc="151">
                <a:solidFill>
                  <a:srgbClr val="0A0A0A"/>
                </a:solidFill>
                <a:latin typeface="Montserrat"/>
                <a:ea typeface="Montserrat"/>
                <a:cs typeface="Montserrat"/>
              </a:rPr>
              <a:t>AGENT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Buyer Consultation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54862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7D63"/>
                </a:solidFill>
                <a:latin typeface="Lato"/>
                <a:ea typeface="Lato"/>
                <a:cs typeface="Lato"/>
              </a:rPr>
              <a:t>Set expectations and a real search strategy in the first meeting.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Confirm pre-approval &amp; lender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Establish budget &amp; monthly comfort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Must-haves vs. nice-to-haves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Preferred areas &amp; commute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Timeline &amp; lease 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Review buyer agency agreement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3031736"/>
            <a:ext cx="413308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7D63"/>
                </a:solidFill>
                <a:latin typeface="Lato"/>
                <a:ea typeface="Lato"/>
                <a:cs typeface="Lato"/>
              </a:rPr>
              <a:t>NAR-compliant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29141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Explain the buying process &amp;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29141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Set up MLS search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60045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Schedule first tours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7D63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