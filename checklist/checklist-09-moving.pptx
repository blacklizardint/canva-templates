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4872" y="1026644"/>
            <a:ext cx="45261" cy="45261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08092" y="2250924"/>
            <a:ext cx="6007108" cy="457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03520" y="3756827"/>
            <a:ext cx="6011680" cy="457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30952" y="4953691"/>
            <a:ext cx="5984248" cy="457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8855" y="6459593"/>
            <a:ext cx="6186345" cy="457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C0B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946404"/>
            <a:ext cx="1219867" cy="205740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415516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724555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033593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342632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921419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230457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539496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118283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427321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736360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6045398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6624185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6933224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7242262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C0B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7200" y="356616"/>
            <a:ext cx="265176" cy="2651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86" b="0" i="1" spc="31">
                <a:solidFill>
                  <a:srgbClr val="0A0A0A"/>
                </a:solidFill>
                <a:latin typeface="Playfair Display"/>
                <a:ea typeface="Playfair Display"/>
                <a:cs typeface="Playfair Display"/>
              </a:rPr>
              <a:t>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1822" y="406908"/>
            <a:ext cx="191002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0" i="1" spc="3">
                <a:solidFill>
                  <a:srgbClr val="0A0A0A"/>
                </a:solidFill>
                <a:latin typeface="Playfair Display"/>
                <a:ea typeface="Playfair Display"/>
                <a:cs typeface="Playfair Display"/>
              </a:rPr>
              <a:t>Alexandra Monroe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0286" y="450342"/>
            <a:ext cx="2122194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CHECKLIST 09 · MOVING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937260"/>
            <a:ext cx="1247299" cy="2331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40" b="1" i="0" spc="151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CLIENT HANDOUT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1261872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0" i="1" spc="-66">
                <a:solidFill>
                  <a:srgbClr val="0A0A0A"/>
                </a:solidFill>
                <a:latin typeface="Playfair Display"/>
                <a:ea typeface="Playfair Display"/>
                <a:cs typeface="Playfair Display"/>
              </a:rPr>
              <a:t>Moving Checklist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1764006"/>
            <a:ext cx="6355080" cy="198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7D63"/>
                </a:solidFill>
                <a:latin typeface="Lato"/>
                <a:ea typeface="Lato"/>
                <a:cs typeface="Lato"/>
              </a:rPr>
              <a:t>A four-week countdown to a calm move-in day.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209776"/>
            <a:ext cx="1856732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4 WEEKS 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" y="2397228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Book movers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" y="2706267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Change address (USPS)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" y="3015305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Transfer / set up utilities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" y="3324344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Forward mail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715679"/>
            <a:ext cx="1852160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2 WEEKS OUT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" y="3903131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Update accounts &amp; subscriptions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6" y="4212169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Pack room-by-room &amp; label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" y="4521208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Confirm move date &amp; elevator / parking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912543"/>
            <a:ext cx="1879592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MOVING WEEK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" y="5099995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Set aside an essentials box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" y="5409033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Defrost the fridge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" y="5718072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Photograph electronics setups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" y="6027110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Keep valuables with you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18445"/>
            <a:ext cx="1677495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FIRST DAY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" y="6605897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Locate water shut-off &amp; breaker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2376" y="6914936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Test smoke detectors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2376" y="7223974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Change the locks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9678924"/>
            <a:ext cx="2503670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7D63"/>
                </a:solidFill>
                <a:latin typeface="Montserrat"/>
                <a:ea typeface="Montserrat"/>
                <a:cs typeface="Montserrat"/>
              </a:rPr>
              <a:t>THE REAL ESTATE CHECKLIST PACK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860" y="9669780"/>
            <a:ext cx="2102620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ALEXANDRAMONROE.COM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