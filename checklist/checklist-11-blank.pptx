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405461" cy="1965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04670"/>
            <a:ext cx="4401336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14568" y="2504670"/>
            <a:ext cx="2200632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84528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284528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316532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316532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348536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348536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" y="380540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380540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" y="412544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412544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" y="444548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444548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" y="476552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76552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" y="508556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5085564"/>
            <a:ext cx="303580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76527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4216" y="276527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8531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4216" y="308531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0535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4216" y="340535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2539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14216" y="372539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04543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14216" y="404543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36547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14216" y="436547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68551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14216" y="468551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00555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14216" y="500555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417034"/>
            <a:ext cx="6858000" cy="1097280"/>
          </a:xfrm>
          <a:prstGeom prst="rect">
            <a:avLst/>
          </a:prstGeom>
          <a:noFill/>
          <a:ln w="6350">
            <a:solidFill>
              <a:srgbClr val="C0B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26026" y="450342"/>
            <a:ext cx="248645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11 · BUILD YOUR 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937260"/>
            <a:ext cx="1432893" cy="2240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F5F0E8"/>
                </a:solidFill>
                <a:latin typeface="Montserrat"/>
                <a:ea typeface="Montserrat"/>
                <a:cs typeface="Montserrat"/>
              </a:rPr>
              <a:t>REUSABLE TEMPLATE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Build Your 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1754862"/>
            <a:ext cx="5285232" cy="3703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A blank, branded checklist — duplicate it for any workflow you run, fill in the title, and the pack never stops being useful.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2335506"/>
            <a:ext cx="5498616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TITLE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14568" y="2335506"/>
            <a:ext cx="3297912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" y="5513046"/>
            <a:ext cx="7690104" cy="822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32" b="1" i="0" spc="138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NOTES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