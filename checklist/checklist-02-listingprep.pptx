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8092" y="2250924"/>
            <a:ext cx="6007108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186" y="3447788"/>
            <a:ext cx="6398014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72061" y="5262729"/>
            <a:ext cx="4543139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46404"/>
            <a:ext cx="1219867" cy="205740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1551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2455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359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238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2141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3045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3949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853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2732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3636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45398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5443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397" y="450342"/>
            <a:ext cx="237708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02 · LISTING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37260"/>
            <a:ext cx="1247299" cy="233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 HANDOUT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Listing Prep for 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Hand this to your sellers so every showing looks its best.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09776"/>
            <a:ext cx="185673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CURB APPEAL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3972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Fresh mulch &amp; mow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0626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Repair visible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153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Touch-up paint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06640"/>
            <a:ext cx="146582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9409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Declutter &amp; depersonalize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9031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Deep clean, including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1216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Neutralize odors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2120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Define each room's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3024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the table / stage key 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1581"/>
            <a:ext cx="3320701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FINAL TOUCHES BEFORE EACH SHOWING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090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Lights on, blinds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1807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Secure valuables &amp; medications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271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Pets &amp; bowls 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3614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Trash out, counters clear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