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97591" cy="1965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6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460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50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50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450342"/>
            <a:ext cx="2322576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07 · OPEN 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37260"/>
            <a:ext cx="1325023" cy="2240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0A0A0A"/>
                </a:solidFill>
                <a:latin typeface="Montserrat"/>
                <a:ea typeface="Montserrat"/>
                <a:cs typeface="Montserrat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Open House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A polished open house, from signage to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Directional signs &amp; balloons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Sign-in ready (digital / QR)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Feature sheets printed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Lights on, blinds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Music 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Refreshments 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Secure valuables &amp; medications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Buyer follow-up plan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Post to social &amp; MLS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Day-of: greet, capture leads, debrief seller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