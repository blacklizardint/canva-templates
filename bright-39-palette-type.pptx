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739753" y="885825"/>
            <a:ext cx="57150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75747" y="885825"/>
            <a:ext cx="57150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2157412"/>
            <a:ext cx="1317575" cy="85725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2157412"/>
            <a:ext cx="1317575" cy="9525"/>
          </a:xfrm>
          <a:prstGeom prst="rect">
            <a:avLst/>
          </a:prstGeom>
          <a:solidFill>
            <a:srgbClr val="DDE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05138"/>
            <a:ext cx="1317575" cy="9525"/>
          </a:xfrm>
          <a:prstGeom prst="rect">
            <a:avLst/>
          </a:prstGeom>
          <a:solidFill>
            <a:srgbClr val="DDE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2157412"/>
            <a:ext cx="9525" cy="857250"/>
          </a:xfrm>
          <a:prstGeom prst="rect">
            <a:avLst/>
          </a:prstGeom>
          <a:solidFill>
            <a:srgbClr val="DDE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70050" y="2157412"/>
            <a:ext cx="9525" cy="857250"/>
          </a:xfrm>
          <a:prstGeom prst="rect">
            <a:avLst/>
          </a:prstGeom>
          <a:solidFill>
            <a:srgbClr val="DDE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51025" y="2157412"/>
            <a:ext cx="1317575" cy="857250"/>
          </a:xfrm>
          <a:prstGeom prst="rect">
            <a:avLst/>
          </a:prstGeom>
          <a:solidFill>
            <a:srgbClr val="EDE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51025" y="2157412"/>
            <a:ext cx="1317575" cy="9525"/>
          </a:xfrm>
          <a:prstGeom prst="rect">
            <a:avLst/>
          </a:prstGeom>
          <a:solidFill>
            <a:srgbClr val="DDE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51025" y="3005138"/>
            <a:ext cx="1317575" cy="9525"/>
          </a:xfrm>
          <a:prstGeom prst="rect">
            <a:avLst/>
          </a:prstGeom>
          <a:solidFill>
            <a:srgbClr val="DDE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51025" y="2157412"/>
            <a:ext cx="9525" cy="857250"/>
          </a:xfrm>
          <a:prstGeom prst="rect">
            <a:avLst/>
          </a:prstGeom>
          <a:solidFill>
            <a:srgbClr val="DDE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59076" y="2157412"/>
            <a:ext cx="9525" cy="857250"/>
          </a:xfrm>
          <a:prstGeom prst="rect">
            <a:avLst/>
          </a:prstGeom>
          <a:solidFill>
            <a:srgbClr val="DDE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0051" y="2157412"/>
            <a:ext cx="1317575" cy="85725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051" y="2157412"/>
            <a:ext cx="1317575" cy="9525"/>
          </a:xfrm>
          <a:prstGeom prst="rect">
            <a:avLst/>
          </a:prstGeom>
          <a:solidFill>
            <a:srgbClr val="DDE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051" y="3005138"/>
            <a:ext cx="1317575" cy="9525"/>
          </a:xfrm>
          <a:prstGeom prst="rect">
            <a:avLst/>
          </a:prstGeom>
          <a:solidFill>
            <a:srgbClr val="DDE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0051" y="2157412"/>
            <a:ext cx="9525" cy="857250"/>
          </a:xfrm>
          <a:prstGeom prst="rect">
            <a:avLst/>
          </a:prstGeom>
          <a:solidFill>
            <a:srgbClr val="DDE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48101" y="2157412"/>
            <a:ext cx="9525" cy="857250"/>
          </a:xfrm>
          <a:prstGeom prst="rect">
            <a:avLst/>
          </a:prstGeom>
          <a:solidFill>
            <a:srgbClr val="DDE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29076" y="2157412"/>
            <a:ext cx="1317724" cy="857250"/>
          </a:xfrm>
          <a:prstGeom prst="rect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29076" y="2157412"/>
            <a:ext cx="1317724" cy="9525"/>
          </a:xfrm>
          <a:prstGeom prst="rect">
            <a:avLst/>
          </a:prstGeom>
          <a:solidFill>
            <a:srgbClr val="DDE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229076" y="3005138"/>
            <a:ext cx="1317724" cy="9525"/>
          </a:xfrm>
          <a:prstGeom prst="rect">
            <a:avLst/>
          </a:prstGeom>
          <a:solidFill>
            <a:srgbClr val="DDE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229076" y="2157412"/>
            <a:ext cx="9525" cy="857250"/>
          </a:xfrm>
          <a:prstGeom prst="rect">
            <a:avLst/>
          </a:prstGeom>
          <a:solidFill>
            <a:srgbClr val="DDE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37275" y="2157412"/>
            <a:ext cx="9525" cy="857250"/>
          </a:xfrm>
          <a:prstGeom prst="rect">
            <a:avLst/>
          </a:prstGeom>
          <a:solidFill>
            <a:srgbClr val="DDE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18250" y="2157412"/>
            <a:ext cx="1317575" cy="857250"/>
          </a:xfrm>
          <a:prstGeom prst="rect">
            <a:avLst/>
          </a:prstGeom>
          <a:solidFill>
            <a:srgbClr val="33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718250" y="2157412"/>
            <a:ext cx="1317575" cy="9525"/>
          </a:xfrm>
          <a:prstGeom prst="rect">
            <a:avLst/>
          </a:prstGeom>
          <a:solidFill>
            <a:srgbClr val="DDE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18250" y="3005138"/>
            <a:ext cx="1317575" cy="9525"/>
          </a:xfrm>
          <a:prstGeom prst="rect">
            <a:avLst/>
          </a:prstGeom>
          <a:solidFill>
            <a:srgbClr val="DDE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718250" y="2157412"/>
            <a:ext cx="9525" cy="857250"/>
          </a:xfrm>
          <a:prstGeom prst="rect">
            <a:avLst/>
          </a:prstGeom>
          <a:solidFill>
            <a:srgbClr val="DDE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26301" y="2157412"/>
            <a:ext cx="9525" cy="857250"/>
          </a:xfrm>
          <a:prstGeom prst="rect">
            <a:avLst/>
          </a:prstGeom>
          <a:solidFill>
            <a:srgbClr val="DDE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07276" y="2157412"/>
            <a:ext cx="1317575" cy="857250"/>
          </a:xfrm>
          <a:prstGeom prst="rect">
            <a:avLst/>
          </a:prstGeom>
          <a:solidFill>
            <a:srgbClr val="8A8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07276" y="2157412"/>
            <a:ext cx="1317575" cy="9525"/>
          </a:xfrm>
          <a:prstGeom prst="rect">
            <a:avLst/>
          </a:prstGeom>
          <a:solidFill>
            <a:srgbClr val="DDE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07276" y="3005138"/>
            <a:ext cx="1317575" cy="9525"/>
          </a:xfrm>
          <a:prstGeom prst="rect">
            <a:avLst/>
          </a:prstGeom>
          <a:solidFill>
            <a:srgbClr val="DDE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07276" y="2157412"/>
            <a:ext cx="9525" cy="857250"/>
          </a:xfrm>
          <a:prstGeom prst="rect">
            <a:avLst/>
          </a:prstGeom>
          <a:solidFill>
            <a:srgbClr val="DDE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15326" y="2157412"/>
            <a:ext cx="9525" cy="857250"/>
          </a:xfrm>
          <a:prstGeom prst="rect">
            <a:avLst/>
          </a:prstGeom>
          <a:solidFill>
            <a:srgbClr val="DDE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62000" y="9267825"/>
            <a:ext cx="8763000" cy="9525"/>
          </a:xfrm>
          <a:prstGeom prst="rect">
            <a:avLst/>
          </a:prstGeom>
          <a:solidFill>
            <a:srgbClr val="C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26205" y="804862"/>
            <a:ext cx="243459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00" i="0" b="0" spc="378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BRAND GUIDE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-2057400" y="1147762"/>
            <a:ext cx="14401800" cy="590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405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Palette &amp; Type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6227" y="3109912"/>
            <a:ext cx="2489121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675" i="0" b="0" spc="108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#FBFAF7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65253" y="3109912"/>
            <a:ext cx="2489121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675" i="0" b="0" spc="108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#EDE7DD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54278" y="3109912"/>
            <a:ext cx="2489121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675" i="0" b="0" spc="108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#97A98C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43259" y="3109912"/>
            <a:ext cx="2489359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675" i="0" b="0" spc="108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#E6D2CB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32478" y="3109912"/>
            <a:ext cx="2489121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675" i="0" b="0" spc="108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#33322E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1503" y="3109912"/>
            <a:ext cx="2489121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675" i="0" b="0" spc="108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#8A867E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2000" y="3748088"/>
            <a:ext cx="7086600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25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DISPLAY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2000" y="3995738"/>
            <a:ext cx="7086600" cy="6381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435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Cormorant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2000" y="4691062"/>
            <a:ext cx="7086600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Garamond · Aa Bb Cc 123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34000" y="3748088"/>
            <a:ext cx="7086600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25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SUBHEAD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34000" y="3995738"/>
            <a:ext cx="7086600" cy="571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000" i="0" b="0" spc="180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Poppins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34000" y="4662488"/>
            <a:ext cx="7086600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Lato · body copy · Aa Bb 123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-2057400" y="9467850"/>
            <a:ext cx="14401800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22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THE BRIGHT AGENT COLLECTION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