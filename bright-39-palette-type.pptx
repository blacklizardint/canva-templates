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39753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75747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157412"/>
            <a:ext cx="1317575" cy="85725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157412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05138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70050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51025" y="2157412"/>
            <a:ext cx="1317575" cy="85725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51025" y="2157412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51025" y="3005138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51025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59076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0051" y="2157412"/>
            <a:ext cx="1317575" cy="85725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0051" y="2157412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0051" y="3005138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0051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8101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9076" y="2157412"/>
            <a:ext cx="1317724" cy="857250"/>
          </a:xfrm>
          <a:prstGeom prst="rect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9076" y="2157412"/>
            <a:ext cx="1317724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29076" y="3005138"/>
            <a:ext cx="1317724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29076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275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18250" y="2157412"/>
            <a:ext cx="1317575" cy="85725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18250" y="2157412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18250" y="3005138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18250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6301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07276" y="2157412"/>
            <a:ext cx="1317575" cy="857250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07276" y="2157412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07276" y="3005138"/>
            <a:ext cx="1317575" cy="9525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07276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15326" y="2157412"/>
            <a:ext cx="9525" cy="857250"/>
          </a:xfrm>
          <a:prstGeom prst="rect">
            <a:avLst/>
          </a:prstGeom>
          <a:solidFill>
            <a:srgbClr val="DD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2000" y="9267825"/>
            <a:ext cx="8763000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6205" y="804862"/>
            <a:ext cx="243459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37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BRAND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2057400" y="1147762"/>
            <a:ext cx="14401800" cy="590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0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Palette &amp; 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6227" y="3109912"/>
            <a:ext cx="248912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75" i="0" b="0" spc="10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#FBFAF7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65253" y="3109912"/>
            <a:ext cx="248912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75" i="0" b="0" spc="10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#EDE7DD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278" y="3109912"/>
            <a:ext cx="248912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75" i="0" b="0" spc="10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#97A98C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3259" y="3109912"/>
            <a:ext cx="248935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75" i="0" b="0" spc="10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#E6D2CB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2478" y="3109912"/>
            <a:ext cx="248912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75" i="0" b="0" spc="10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#33322E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1503" y="3109912"/>
            <a:ext cx="248912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75" i="0" b="0" spc="10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#8A867E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" y="3748088"/>
            <a:ext cx="70866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2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DISPLAY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3995738"/>
            <a:ext cx="7086600" cy="638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3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Cormorant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691062"/>
            <a:ext cx="70866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Garamond · Aa Bb Cc 123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3748088"/>
            <a:ext cx="70866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2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SUBHEAD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0" y="3995738"/>
            <a:ext cx="7086600" cy="571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i="0" b="0" spc="18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Poppins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4000" y="4662488"/>
            <a:ext cx="70866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Lato · body copy · Aa Bb 123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-2057400" y="9467850"/>
            <a:ext cx="144018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2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BRIGHT AGENT COLLECTION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