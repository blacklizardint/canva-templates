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12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01250" cy="5715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62500" y="2582317"/>
            <a:ext cx="4762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70064" y="1877467"/>
            <a:ext cx="5598557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50" i="1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Modern Living, Austin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6864" y="2877592"/>
            <a:ext cx="3747373" cy="95994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240000"/>
              </a:lnSpc>
            </a:pPr>
            <a:r>
              <a:rPr sz="1050" i="0" b="0" spc="189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(512) 555-0147</a:t>
            </a:r>
          </a:p>
          <a:p>
            <a:pPr algn="ctr">
              <a:lnSpc>
                <a:spcPct val="240000"/>
              </a:lnSpc>
            </a:pPr>
            <a:r>
              <a:rPr sz="1050" i="0" b="0" spc="189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hello@mayaellison.com</a:t>
            </a:r>
          </a:p>
          <a:p>
            <a:pPr algn="ctr">
              <a:lnSpc>
                <a:spcPct val="240000"/>
              </a:lnSpc>
            </a:pPr>
            <a:r>
              <a:rPr sz="1050" i="0" b="0" spc="189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