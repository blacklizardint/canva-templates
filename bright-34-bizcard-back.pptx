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4-bizcard-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01250" cy="571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